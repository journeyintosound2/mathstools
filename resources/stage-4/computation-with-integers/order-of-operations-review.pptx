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70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9" r:id="rId29"/>
    <p:sldId id="287" r:id="rId30"/>
    <p:sldId id="288" r:id="rId31"/>
    <p:sldId id="291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500"/>
  </p:normalViewPr>
  <p:slideViewPr>
    <p:cSldViewPr snapToGrid="0">
      <p:cViewPr>
        <p:scale>
          <a:sx n="88" d="100"/>
          <a:sy n="88" d="100"/>
        </p:scale>
        <p:origin x="46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3:50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6229 283 24575,'-34'0'0,"4"0"0,-24 0 0,-9 0 0,-30 0 0,29-2 0,-5-1 0,-9-3 0,-1 0 0,-2-2 0,0-1 0,4-1 0,2-2 0,14 2 0,3 0 0,-36-10 0,31 4 0,21 4 0,14 4 0,2 1 0,-33-7 0,-5 2 0,-22-4 0,4 4 0,-9 0 0,-1 1 0,-4 0 0,16 1 0,12 0 0,-3 1 0,-14-1 0,34 5 0,-2 1 0,-8 1 0,0 1 0,5 0 0,1 1 0,-44 1 0,20 0 0,15 0 0,1 0 0,3 0 0,4 0 0,4 0 0,-2 0 0,-6 0 0,-16 0 0,-15 0 0,37 0 0,-2 0 0,-8 2 0,-2 2 0,-6 1 0,-2 2 0,-2 1 0,0 2 0,-2 2 0,2 1 0,4-1 0,2 0 0,12-2 0,3 0 0,-37 7 0,29-5 0,14-3 0,3-2 0,5 1 0,0-2 0,6 1 0,-1 1 0,0 0 0,-13 6 0,-14 6 0,-16 12 0,-8 8 0,0 5 0,0 4 0,0-2 0,7-2 0,18-8 0,13-10 0,19-8 0,4-3 0,1 2 0,1 6 0,-8 6 0,-1 4 0,-5 5 0,-1 2 0,2 2 0,-6 10 0,-7 17 0,-6 11 0,27-35 0,1 0 0,2-1 0,1 0 0,-21 41 0,5 3 0,3 4 0,3-1 0,8-15 0,6-12 0,7-18 0,4-6 0,-1 4 0,0 0 0,0 2 0,1 1 0,-2 2 0,0 6 0,-2 14 0,1 7 0,0 8 0,4 2 0,3 2 0,4 0 0,1 4 0,1 2 0,0-16 0,0-7 0,0-18 0,0-5 0,0 3 0,0 0 0,2 4 0,4 4 0,2 2 0,1-1 0,0 1 0,0-3 0,4 11 0,5 5 0,2 6 0,3 6 0,4 0 0,5 6 0,-14-46 0,2 1 0,-1 0 0,0-1 0,15 35 0,-6-14 0,-6-17 0,-1-10 0,0 1 0,-3-3 0,0 0 0,0-4 0,0 2 0,6 6 0,8 11 0,6 11 0,7 9 0,1-2 0,-4-5 0,-4-4 0,-5-5 0,4 1 0,-2-8 0,6 0 0,-4-9 0,-1 0 0,0-3 0,-1-3 0,1-1 0,-1-3 0,0 1 0,5 1 0,23 12 0,-20-18 0,5 1 0,15 6 0,4 1 0,10 1 0,3 1 0,8-1 0,0-2 0,0-3 0,0-3 0,-4-3 0,-2-2 0,-3-3 0,-3-2 0,-14-5 0,-2 0 0,-6-2 0,-1-1 0,29 6 0,-14-5 0,7-2 0,-4-4 0,1-3 0,1 0 0,5 0 0,9 0 0,-3 0 0,15-3 0,-43 0 0,3 0 0,8 0 0,2 0 0,12-1 0,1 0 0,0-2 0,2 0 0,3-3 0,-1-1 0,-4-2 0,-1-1 0,-2 1 0,-2-1 0,-10 1 0,-4 0 0,-4 2 0,-2-1 0,-6 2 0,-1 1 0,45-9 0,-8 3 0,-6 2 0,-27 1 0,0 1 0,37-4 0,-35 3 0,-1 0 0,26-5 0,0 0 0,-8-2 0,-1 1 0,-3-2 0,0-2 0,10-3 0,9-6 0,-37 12 0,0 0 0,42-13 0,-13 6 0,-18 6 0,-20 3 0,-2 1 0,-8 2 0,4 0 0,1 1 0,10-5 0,14-5 0,0 1 0,1-3 0,-8 2 0,-2 2 0,0-1 0,0-1 0,-1 1 0,-2-1 0,1 2 0,3-2 0,18-6 0,14-6 0,-36 12 0,2 1 0,-1-1 0,1 1 0,-3 1 0,-1 1 0,40-12 0,-11 3 0,-9-1 0,-16 4 0,-12 1 0,-10 4 0,-5 2 0,0-2 0,-1-1 0,-1-1 0,-2 1 0,1 0 0,2-6 0,6-11 0,10-13 0,8-18 0,10-13 0,-25 36 0,0-1 0,-1-1 0,-1-1 0,-1 1 0,-1 0 0,21-40 0,-12 16 0,-7 12 0,-10 15 0,-5 7 0,-1 1 0,-2 3 0,0 2 0,0 4 0,0-2 0,-1-2 0,0-6 0,0-8 0,4-15 0,0-12 0,-2-10 0,-4 6 0,-6 9 0,-2 6 0,-1-1 0,0-8 0,0 4 0,0 5 0,0 10 0,0 4 0,0-2 0,0 2 0,-2 1 0,-3 3 0,-3-2 0,-1 1 0,-3-6 0,-1-2 0,-6-9 0,-6-7 0,-8-8 0,-8-12 0,18 39 0,-1 0 0,-1-3 0,0 0 0,-15-35 0,5 12 0,10 18 0,1 10 0,-1-2 0,0-3 0,-2-2 0,-2-4 0,-1-1 0,-1 3 0,2 0 0,-1 3 0,-5-10 0,-5-7 0,-9-12 0,23 38 0,0-1 0,-3-2 0,-1 0 0,2 1 0,-1 1 0,-22-33 0,11 21 0,13 17 0,8 16 0,1 4 0,0-1 0,-1-2 0,-4-3 0,2-2 0,-4-2 0,-3-2 0,1 1 0,-2 2 0,-5-2 0,-4-2 0,-9-3 0,-5-2 0,-4 0 0,3 1 0,5 4 0,10 6 0,11 9 0,4 3 0,6 3 0,2 2 0,2-1 0,0 3 0,0 0 0,1 0 0,-3-1 0,-2-2 0,-8-4 0,-4-3 0,-6-3 0,-2-2 0,3 3 0,2 3 0,7 4 0,3 3 0,7 0 0,3 2 0,3 3 0,-1-1 0,-1 0 0,1 0 0,-2 0 0,2 2 0,-1-1 0,1 0 0,-1 1 0,-1 0 0,-1 1 0,-5-1 0,0 0 0,-3-2 0,2 1 0,2 0 0,4 0 0,7 2 0,3-1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3:55.6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6221 76 24575,'-34'0'0,"-59"0"0,38 0 0,-6 0 0,-3 0 0,-6 0 0,-1 0 0,-3 0 0,0 0 0,-1 0 0,-5 0 0,-1 0 0,1 0 0,2 0 0,1 0 0,2 0 0,-23 0 0,2 0 0,6 0 0,2 0 0,5 0 0,3 0 0,12 0 0,2 0 0,7-1 0,4 0 0,-23-2 0,14-1 0,-2 2 0,2 2 0,-2 0 0,-2 0 0,-3 0 0,3 0 0,-3 0 0,-6 0 0,-16 0 0,40-1 0,-1-1 0,-4 1 0,1-1 0,1 1 0,1-1 0,2 1 0,1 0 0,-46 1 0,2 0 0,5 0 0,16 0 0,14 0 0,17 0 0,9 0 0,-2 0 0,2 0 0,-1 0 0,-2 0 0,-2 0 0,-7 0 0,-8 0 0,-10 2 0,-9 1 0,-3 1 0,-3 1 0,5 0 0,5 2 0,6 0 0,14 2 0,4 0 0,4 2 0,-1 5 0,-2 2 0,-3 6 0,2 0 0,0 1 0,2-1 0,9-6 0,2-1 0,1 1 0,-6 4 0,-7 7 0,-9 8 0,-4 7 0,0 4 0,2-1 0,5-1 0,11-8 0,8-3 0,6-2 0,0 0 0,-1 3 0,-2 4 0,-2 2 0,4 1 0,-3-1 0,0-1 0,2-3 0,0-1 0,-2 6 0,-1 2 0,-3 8 0,-1 6 0,0 5 0,-2 5 0,1 2 0,3 0 0,9-12 0,7-10 0,4-12 0,1-2 0,-2 3 0,-2 14 0,0 2 0,2 4 0,-3 4 0,1 2 0,-4 28 0,9-39 0,0 1 0,0 6 0,1 0 0,0-1 0,2-1 0,1-4 0,1-1 0,-3 45 0,4-3 0,0 0 0,-1-14 0,3-5 0,1-16 0,2-7 0,0 0 0,0-1 0,0 2 0,0 2 0,0 12 0,0-3 0,0 3 0,0 10 0,0 16 0,0-35 0,0 4 0,0 4 0,0 1 0,2 0 0,1-2 0,1-5 0,2-3 0,10 38 0,4-16 0,-2-12 0,-4-16 0,-3-6 0,0-8 0,1-6 0,3 2 0,2 1 0,4 0 0,1-3 0,1-1 0,1 0 0,3 4 0,1 3 0,5 2 0,3-1 0,5-3 0,12-1 0,9-2 0,3-3 0,-10-7 0,-12-6 0,-14-5 0,-3-2 0,0-1 0,0 0 0,0 1 0,3-1 0,2 3 0,7 2 0,13 2 0,10 3 0,12 1 0,-1-1 0,-8-4 0,-8-1 0,-3-2 0,5 3 0,-5-3 0,-1-2 0,-10-2 0,-10-6 0,2 2 0,8-1 0,7 0 0,3-1 0,11-1 0,5-1 0,26 0 0,-39 0 0,3 0 0,5 0 0,2 0 0,5 0 0,0 0 0,-2 0 0,0 0 0,-3 0 0,0 0 0,0 0 0,-1 0 0,-10 0 0,-1 0 0,46 0 0,-13 0 0,-9 0 0,21 0 0,-41 0 0,3 0 0,9 0 0,1 0 0,4 0 0,-2 0 0,-9 0 0,-3 0 0,36 0 0,-29 0 0,-3 0 0,3 0 0,6 0 0,4 0 0,-1 0 0,11 0 0,-3 0 0,4 0 0,6 0 0,-40 0 0,2 0 0,7 0 0,2 0 0,2 0 0,1 0 0,-2 0 0,0 0 0,0 0 0,2 0 0,3 0 0,1 0 0,7-1 0,0-2 0,1 1 0,-2-2 0,-11-1 0,-3 1 0,-8-1 0,-4 0 0,25-3 0,-16 0 0,-5 1 0,-11-1 0,-2 2 0,-1 1 0,7 0 0,10-2 0,20-3 0,-30 3 0,2-1 0,5-3 0,1 0 0,0 0 0,1 0 0,-4 0 0,-1 0 0,-3 1 0,-2 0 0,45-12 0,-2-2 0,-13 3 0,-13 0 0,-14 6 0,-10 2 0,2-2 0,-2 2 0,-1 0 0,-5-2 0,-2 2 0,-1 0 0,6-3 0,1 1 0,1-3 0,-2 0 0,-4-1 0,6-6 0,7-6 0,3-4 0,-6 3 0,-8 7 0,-12 7 0,-5 4 0,-3 1 0,-5 0 0,-1 1 0,-2 2 0,1-1 0,-1 1 0,2-3 0,5-6 0,8-11 0,8-13 0,6-7 0,0-5 0,-3 1 0,-3-2 0,5-19 0,-15 27 0,-1-2 0,-1 1 0,0 1 0,0-5 0,0 2 0,9-29 0,-6 13 0,0-1 0,-5 11 0,-2 1 0,-2 11 0,-2 6 0,-4 8 0,-1-4 0,-5 2 0,0-6 0,-1-5 0,-4-7 0,-4-14 0,-7-11 0,-5-5 0,0 11 0,0 8 0,5 15 0,2 6 0,1-4 0,-1 0 0,-1-4 0,0-3 0,1-1 0,-1 0 0,-5-10 0,-6-4 0,-4-14 0,-3-2 0,-2 0 0,-2-2 0,-1 2 0,-3-2 0,7 12 0,2 8 0,6 12 0,4 4 0,-1 1 0,3 3 0,0 1 0,4 3 0,-1-2 0,-2 4 0,1 3 0,-1-2 0,-3-7 0,-5-7 0,-5-7 0,-2 2 0,-2 4 0,1 2 0,2 4 0,2 3 0,6 8 0,3 8 0,3 8 0,0 3 0,1-1 0,-1 1 0,0-1 0,1 0 0,-1 0 0,-4-3 0,-4-5 0,-4-3 0,-5-4 0,-2 0 0,-7-2 0,-6-2 0,-6 0 0,4 2 0,11 7 0,10 6 0,11 6 0,2 3 0,1-2 0,-3 2 0,-1-2 0,-2 1 0,-3 0 0,0 0 0,-3 1 0,-3 0 0,-10-3 0,-10-3 0,-5-2 0,0-1 0,7 2 0,8 1 0,3 1 0,8 2 0,5 3 0,6 3 0,5 2 0,2 0 0,-2 0 0,-1-1 0,1 2 0,0 1 0,2-1 0,-1 1 0,1-2 0,-3 0 0,-2-1 0,-1 1 0,3-3 0,3 3 0,3-1 0,2-1 0,0 3 0,2 1 0,0 2 0,0 2 0,4 0 0,-2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4:00.1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6372 105 24575,'-33'0'0,"-5"0"0,-14 0 0,2 0 0,-8 0 0,-1 0 0,-13 0 0,-12 0 0,-16 0 0,48 0 0,-2 0 0,-4 0 0,-3 0 0,-15 0 0,-4 0 0,-8 0 0,-3 0 0,23 0 0,-1 0 0,-1 0 0,0 0 0,-1 0 0,0 0 0,1 0 0,0 1 0,-1-2-156,-1 0 0,0-1 0,0-1 156,0-1 0,0 0 0,0-1 0,-1 0 0,0 0 0,2 0 0,-23-2 0,3 0-1481,8 2-1,3 1 1482,12 2 0,4 0 0,12 0 0,1 1-21,-4-1 1,-1 0 20,-42 2 0,0 0-570,1-2 570,12-2 0,-5-1 192,39 2 1,-2 0-193,-4 0 0,-1 0 1461,-5 0 1,-1 0-1462,-1 0 0,0 1 23,1 0 1,0 1-24,3 1 0,1 0 343,1 0 1,1 0-344,6 0 0,1 0 0,-27 0 0,13 0 0,20 0 0,6 3 0,1 1 0,-1 4 0,0 1 0,4 1 0,1 0 0,8 0 0,0-1 0,-1 5 0,-10 9 0,-16 15 0,-17 16 0,29-21 0,0 1 0,-1 2 0,1 2 0,0 1 0,2 1 0,0 3 0,1-1 0,-26 31 0,8-4 0,12-15 0,9-9 0,2-2 0,7-6 0,2-2 0,4-4 0,0 2 0,0 2 0,-1 4 0,-5 12 0,-13 21 0,16-27 0,-2 2 0,-3 8 0,0 1 0,0 1 0,1 0 0,2 3 0,2 1 0,0 1 0,1 1 0,0 4 0,1 2 0,2 2 0,1-1 0,2-10 0,1-3 0,3-4 0,0-2 0,-6 28 0,-1-3 0,2 0 0,2 5 0,3 1 0,6 1 0,2 5 0,4-6 0,0-31 0,0 1 0,0 4 0,0 2 0,0 5 0,0 3 0,0 6 0,0 1 0,0 3 0,0 1 0,1-1 0,0 2 0,3 8 0,2 2 0,1 3 0,2-1-315,0-11 1,2-2 314,1-6 0,1-4 0,9 24 0,6-15 0,2 4 0,4-1 0,4 5 0,2-6 0,2 3 0,8 4 0,-20-36 0,2 2 0,3 4 0,2 2 0,5 6 0,2 3 314,5 2 1,1 0-315,1-3 0,2-2 0,2-1 0,3-2 0,6 1 0,4-1 0,2-4 0,1-2-388,-5-4 0,0-3 388,-2-6 0,-2-5 0,-14-9 0,-1-3 0,39 17 0,2-4 0,2-8 0,6-2 0,-20-13 0,6-2-1229,10 2 1,3-2 1228,-29-5 0,1-1 0,2-1 0,6 0 0,2-1 0,-2-2-168,22-1 0,-1-2 168,-25 1 0,1 1 0,1-2 0,1 1 0,0-1 0,0 0 0,0-2 0,0-2 0,1 0 0,1-2 0,1-1 0,0-1 0,0-3 0,1-1 0,-2-1 0,0-1 0,0-2 0,-3 1 0,22-6 0,-6 1 0,-17 1 0,-5 1 0,28-9 0,-19 0 0,7-3 0,8-2 0,3 0 666,-8 1-666,-11 5 0,5-3 1252,-26 9 0,3-1-1252,8-3 0,3-2 199,11-5 1,2-1-200,-3 0 0,0 0 0,-6 4 0,-1 0 0,-3 1 0,-1 2 0,-5 2 0,-1 2 0,-5 2 0,-2 1 0,32-11 0,-21 7 0,-21 6 0,-9 3 0,0-1 0,0 2 0,1 1 0,-1 0 0,-1-1 0,1 0 0,7-2 0,14-2 0,19-3 0,13-3 0,-38 12 0,0 0 0,1 0 0,-1 0 0,47-11 0,-8-2 0,-18 2 0,-15 4 0,-15 3 0,-5 3 0,0-2 0,2-2 0,1 0 0,2-2 0,3 1 0,5-2 0,1 0 0,3-6 0,17-8 0,8-9 0,9-5 0,-5 1 0,-15 3 0,-6-2 0,0-9 0,-25 19 0,-1-3 0,0 0 0,-1-1 0,27-36 0,-15 12 0,-13 10 0,0-1 0,-2-6 0,3-12 0,-3-6 0,-4-7 0,1-8 0,-14 39 0,0-3 0,0-6 0,-1-4 0,3-8 0,-2-1 0,0 0 0,-1 0 0,-2 3 0,0 1 0,-3 4 0,0 1 0,-3 7 0,-1 2 0,-2 7 0,-1 2 0,-1-24 0,0 19 0,0 13 0,0 3 0,0-8 0,-4-1 0,-9-12 0,-5-5 0,-7 1 0,-5-6 0,2 7 0,-5-4 0,-6-8 0,-5 0 0,-13-5 0,25 40 0,-2 1 0,-3-1 0,-1 0 0,-4 1 0,-1 0 0,1 1 0,-1 1 0,0 0 0,2 2 0,-28-22 0,13 8 0,11 11 0,4 4 0,0-3 0,-1 0 0,-1-4 0,1-2 0,-2-2 0,-3-4 0,-10-6 0,-6-3 0,-9-4 0,-2 3 0,3 0 0,-1 1 0,6 1 0,6 5 0,14 13 0,11 8 0,8 9 0,4 3 0,-1-3 0,0 0 0,0-1 0,0 1 0,2 1 0,-1 2 0,2 0 0,-4-2 0,-6-2 0,-1-2 0,-5 0 0,1 2 0,-2 2 0,-1 2 0,-2-3 0,6 4 0,6 4 0,8 3 0,6 6 0,1-2 0,4 2 0,-1 1 0,1 1 0,-1 2 0,-1-2 0,-3 0 0,-2-1 0,-9 1 0,-6 2 0,-6 0 0,0 0 0,3 0 0,4-2 0,0 0 0,3 0 0,4 0 0,4 2 0,6 0 0,3 0 0,-2 0 0,4 0 0,-3 0 0,4-1 0,0-2 0,-2 1 0,-3 0 0,-1 0 0,0-1 0,4-3 0,5 2 0,3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4:07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6722 212 24575,'-18'4'0,"-16"-1"0,-24-3 0,-33 0 0,33 0 0,-3 0 0,-9 0 0,-2 0 0,-6 0 0,-1 0 0,-3 0 0,0 0 0,-3 0 0,2 0 0,1 0 0,3 0 0,7 0 0,3-2 0,9 0 0,4-2 0,-34-6 0,7-9 0,3 0 0,-1-3 0,1 2 0,7 5 0,4 0 0,9 4 0,1-1 0,-12-1 0,-27-2 0,35 6 0,-4 2 0,-18 0 0,-5 1 0,20 3 0,-2 0 0,-2 1-340,-10 1 1,-3 0 0,-1 1 339,-2-1 0,-1 1 0,1 1 0,1-1 0,1 0 0,2 0 0,5 0 0,3 0 0,3 0 0,-14 0 0,5 0 0,9 0 0,4 0 0,15 0 0,5 0-234,-29 0 234,4 0 0,12 0 0,0 0 0,3 0 0,2 0 0,1 0 0,-9 0 1005,-13 0-1005,-8 0 247,-5 1-247,-3 7 0,1 5 0,2 6 0,6 2 0,16-4 0,10 1 0,14-2 0,5 0 0,0 1 0,3 1 0,2 0 0,8-1 0,2 0 0,4-2 0,-1 2 0,-8 9 0,-12 9 0,-13 13 0,-10 8 0,2 3 0,4-1 0,9-2 0,7 3 0,9-9 0,7-1 0,6-9 0,0 5 0,-1 5 0,-1 3 0,-1 2 0,6-2 0,-2 4 0,3-4 0,1 1 0,-1 1 0,-2 20 0,-1 16 0,8-36 0,0 3 0,0 6 0,0 0 0,0 1 0,1 0 0,0 3 0,2 0 0,0-2 0,1 0 0,1 0 0,0-1 0,2-9 0,2-1 0,-4 39 0,5-19 0,0-11 0,1 2 0,0-2 0,2-1 0,1-3 0,0 2 0,0 9 0,4 19 0,2-34 0,1 1 0,3 7 0,3 1 0,2 0 0,2 0 0,1 0 0,2-1 0,1-3 0,1-2 0,1-3 0,3-1 0,4 1 0,3-3 0,-3-6 0,1-2 0,27 30 0,-2-11 0,-8-15 0,4 1 0,6 3 0,-1-3 0,3-1 0,5 1 0,-5-8 0,0-1 0,12 0 0,-26-18 0,4-1 0,10 4 0,3 0 0,9 2 0,1 0 0,2-1 0,0 0 0,1 0 0,1 0 0,0-2 0,0 0 0,-1-2 0,-2-1 0,-10-4 0,-4-2 0,-7-3 0,-3-2 0,26 5 0,-11-1 0,-3-2 0,-2-2 0,4 1 0,-2-1 0,3 1 0,3 0 0,-2 0 0,25 2 0,-31-7 0,5 0 0,10 1 0,6-1 0,-17-1 0,3-1 0,1 0-198,4 0 0,0-1 1,2-1 197,2 0 0,1 0 0,1-1 0,3 0 0,1-1 0,-2 0 0,-2 0 0,-1-1 0,-1 0 0,-4 0 0,-2 0 0,-2 0 0,16 0 0,-6 0 0,-17 0 0,-5 0 0,30 0 0,-22 0 0,-1 0 0,-6 0 0,-2 0 0,-6 0 0,-1 0 0,6 0 0,24 0 296,-27 0 1,4 0-297,10 0 0,3 0 0,3 0 0,0 0 0,1-2 0,-1-1 0,-1-1 0,-1-1 0,-3-2 0,-1-1 0,-6-2 0,-2 0 0,28-4 0,-13-2 0,-18 4 0,-5 1 0,3-3 0,-3 3 0,7-3 0,21-4 0,10-3 0,1-4 0,6-7 0,-16-5 0,7-7 0,-41 20 0,-1-2 0,42-25 0,-39 22 0,1-1 0,-1-3 0,0 0 0,34-27 0,-10 4 0,-21 13 0,-8 4 0,-2 2 0,-6 5 0,-3 3 0,-5 5 0,-5 3 0,-5 4 0,-2 3 0,-1 1 0,1-5 0,3-11 0,12-22 0,9-22 0,-14 27 0,1-2 0,2-4 0,1-1 0,-2 1 0,-1-1 0,-2 1 0,-2 1 0,9-32 0,-10 4 0,-5 10 0,1-1 0,1-7 0,-1 6 0,-2 1 0,-1 2 0,0-1 0,0-2 0,0-5 0,-3-2 0,-4-14 0,-4 40 0,-1-3 0,0-7 0,0-3 0,0-7 0,0-2 0,0-7 0,0-2 0,-1-8 0,-1 1-318,1 11 0,-1 2 318,-1 6 0,-1 3 0,1 15 0,0 4 0,-4-29 0,-1 4 0,2 9 0,-2 2 0,-2 10 0,-2 4 636,-3 8-636,-1-2 0,-2-4 0,-9-12 0,-5-8 0,-8-8 0,-1 1 0,-2 6 0,-6 3 0,-8 5 0,-6 2 0,8 12 0,11 10 0,13 10 0,5 7 0,-1 0 0,-2 2 0,-5-5 0,-2-1 0,-10-4 0,-9-2 0,-14-3 0,-14-3 0,-3 0 0,7 4 0,12 7 0,8 6 0,0 8 0,-8 3 0,8 5 0,6 1 0,15 1 0,10 0 0,-1 0 0,0 0 0,0 0 0,0 0 0,-3 0 0,0 0 0,-4 0 0,-3 0 0,-4 0 0,-1 0 0,5 2 0,17-2 0,9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4:11.2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5142 150 24575,'-25'0'0,"-18"0"0,-19 0 0,-29 0 0,32 0 0,-5 0 0,-9 0 0,-3 0 0,-14 0 0,-4 0 0,26 0 0,-2 0 0,-1 0-531,-5 0 1,-1 0 0,-1 0 530,-6 0 0,-1 0 0,0 0 0,-1 0 0,1 0 0,0 0 0,4 0 0,2 0 0,0 0 0,5 0 0,0 0 0,4 0 0,-13 0 0,5 0 0,14 0 0,6 0 0,-29 0 0,18 0 0,-4 0 516,-1 0-516,23 0 0,0 0 0,-23 0 131,22 0 1,0 2-132,-36 4 0,38 0 0,-2-1 0,-4 1 0,0 0 406,0 1 0,1-2-406,-41 2 0,15-1 0,12 1 0,5 3 0,11 1 0,5 2 0,9-2 0,4-1 0,-1 0 0,1 0 0,-1 1 0,1 4 0,-11 5 0,-7 8 0,-12 3 0,7-2 0,10-3 0,12-6 0,8-1 0,-2 0 0,2 0 0,-5 3 0,0 1 0,-4 4 0,-8 5 0,-9 6 0,-4 5 0,-2 1 0,7-1 0,4 3 0,-2 9 0,2 9 0,5 3 0,11-9 0,11-10 0,9-10 0,3 0 0,-1 1 0,3 2 0,2 4 0,1 4 0,1 5 0,1 9 0,0-1 0,2 15 0,0-26 0,-1 3 0,-1 8 0,-2 3 0,0 17 0,-2 3 0,0 0 0,0 0 0,0-3 0,0 1 0,2-2 0,0-2 0,1-7 0,1-3 0,1-3 0,0-4 0,-1 33 0,3-26 0,0-24 0,0-13 0,0 2 0,0 4 0,2 2 0,5 2 0,8 1 0,9 0 0,6 10 0,4 1 0,0-1 0,1-8 0,9-3 0,14 6 0,16 9 0,-33-27 0,0-2 0,27 22 0,-14-14 0,-20-14 0,-12-6 0,-3-2 0,-5-4 0,2-1 0,1 2 0,3 0 0,12 6 0,19 6 0,25 7 0,-29-10 0,1 0 0,2 0 0,0 0 0,-2-1 0,-1-1 0,40 14 0,-1-2 0,3 0 0,-6-3 0,-3-2 0,-16-5 0,0-3 0,-1 1 0,-3-1 0,1 0 0,-5 0 0,5-2 0,0-1 0,9-1 0,13 1 0,-28-6 0,5 1 0,11 2 0,5 0 0,7 1 0,3 1 0,10-1 0,1 0 0,-30-5 0,-1-1 0,2-1-167,2-1 0,0 0 1,1-2 166,5 0 0,0 0 0,-1-2 0,1 1 0,0-2 0,-3 1-620,26 0 1,-5 0 619,-8 0 0,-5 0 0,-17 0 0,-3 0 0,-5 0 0,-2 0 0,3 0 0,-1 0-113,-1 0 1,0 0 112,-3 0 0,-1 0 0,40 0 0,-2 0 0,-4 0 0,-29 0 0,3 0 0,6 0 0,1 0 231,7 0 1,3 0-232,4 0 0,1 0 627,-4 0 1,-2 0-628,-1 1 0,-1-2 123,-4 0 0,-3 0-123,-9-2 0,-3 0 0,32-4 0,-24-4 0,-18 2 0,-9-1 0,1 0 0,-1 0 0,1-1 0,2 1 0,2-2 0,6-4 0,12-8 0,12-5 0,9-7 0,1-3 0,-4 0 0,-2-5 0,-2-1 0,0 1 0,-12 6 0,-8 6 0,-10 4 0,-6 2 0,3-2 0,2-1 0,1-2 0,3-3 0,-1-3 0,-2 0 0,1-1 0,1-3 0,7-8 0,6-11 0,3-11 0,1-4 0,-3-4 0,-5-2 0,-4-5 0,-26 40 0,0 0 0,14-39 0,-4-3 0,-4 11 0,-2 0 0,-1 7 0,-5 5 0,-5-1 0,-2 5 0,1-4 0,0 1 0,-1 1 0,-3-5 0,3-15 0,-3-6 0,-5 39 0,-1 0 0,2-48 0,-3 4 0,-1-5 0,-3 47 0,0 1 0,0-40 0,0 15 0,0 25 0,0 15 0,0 5 0,0 5 0,0 2 0,0 3 0,0 1 0,-2 0 0,-3-4 0,-6-5 0,-6-12 0,-5-5 0,-5-5 0,-3-2 0,-9 1 0,-8 0 0,-9-1 0,5 9 0,7 7 0,8 7 0,0 4 0,-6-3 0,-12-3 0,-5-1 0,1 4 0,-3 1 0,4 2 0,-3 1 0,-7-4 0,-12-3 0,-12-3 0,38 15 0,0 0 0,-5-1 0,0 1 0,-2 0 0,-1 1 0,-3 1 0,0 0 0,1 2 0,1 0 0,5 1 0,2 2 0,-28-9 0,22 4 0,19 7 0,7 3 0,-3 1 0,3 0 0,-1 0 0,1 0 0,1 1 0,-2 1 0,-15-1 0,-16 1 0,-15 0 0,-6 2 0,5 2 0,10 1 0,4 0 0,2 2 0,11 1 0,7 2 0,14 1 0,6 1 0,-28 12 0,5 0 0,-10 3 0,17-5 0,14-7 0,-3 3 0,-1 1 0,1-3 0,2-3 0,3-6 0,7-3 0,8 0 0,7-1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23:14:16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4567 144 24575,'-51'0'0,"-20"0"0,17 0 0,-8 0 0,-20 0 0,-8 0 0,17 0 0,-4 1 0,-1-2-539,-12 1 1,-3-1 0,0-1 538,-5-1 0,0-1 0,0 0 0,2 1 0,1-2 0,2 1 0,7-1 0,1 0 0,5 0 0,-16 0 0,5 0 0,10 3 0,5 0 0,15 0 0,4 1 0,7 1 0,0 0 392,-47 0-392,21 0 0,-2 0 0,2 3 0,3 2 0,5 4 0,1 2 0,-1 2 0,-15 6 0,-12 3 0,44-10 0,-2 0 0,2 1 0,0-1 1223,-40 8-1223,11-4 0,5-1 0,9 0 0,16-1 0,13-2 0,15-4 0,4-2 0,0 2 0,-1 3 0,-5 3 0,-4 2 0,-6 4 0,-2 5 0,-8 6 0,0 3 0,-1 0 0,7 1 0,2 6 0,-2 12 0,-8 15 0,-8 15 0,8-8 0,5-1 0,13-16 0,6-6 0,2-1 0,4-2 0,-2 9 0,3 4 0,0 2 0,0-1 0,3-3 0,1 8 0,-3 19 0,0 10 0,8-43 0,1-1 0,-1-2 0,1 0 0,-3 47 0,2-3 0,0 4 0,4-9 0,2-6 0,0-14 0,0-2 0,0-1 0,0 1 0,0 8 0,2-4 0,1 3 0,3 2 0,2-5 0,4 14 0,1-31 0,4 4 0,4 4 0,2 2 0,7 9 0,3 1 0,3-2 0,1-2 0,-1-8 0,1-2 0,0-4 0,0-2 0,-3-7 0,0-3 0,-1-4 0,0-2 0,27 29 0,-6-13 0,1-5 0,6 0 0,5 2 0,7 6 0,1-1 0,-7-6 0,11 2 0,-35-24 0,2 0 0,10 7 0,4 0 0,13 6 0,4-1 0,10 4 0,4-2-242,-24-14 1,1 0-1,2-2 242,4 0 0,1 0 0,1-2 0,4-1 0,0-1 0,0-1 0,-3-1 0,-1-2 0,-1-1 0,1-1 0,-1-1 0,-3-1 0,16 3 0,-6-2 0,-10-2 0,-4-1 0,-11-4 0,-2 0 0,35 3 0,5 1 0,-8-3 0,5 0-495,5-4 495,-43-4 0,1 0 0,1 0 0,0 0 0,1-2 0,2 0 0,5 0 0,2 0 0,10 0 0,2 0 0,9 0 0,2 0 0,8 0 0,1 0 0,1 0 0,1-2 9,-29-2 1,0-1-1,1-2-9,5-2 0,0-2 0,1-1 0,5-3 0,1-1 0,-2-1-551,-6 0 1,-3 0 0,0 0 550,27-7 0,-4 1 0,-20 4 0,-4 1 0,-10 2 0,-1 0 93,0 1 0,-2 0-93,37-11 0,-5 0 0,-8 2 0,-2-2 0,1 4 0,-4 0 0,-6 2 0,22-8 0,-41 11 0,2-2 313,12-4 0,3-3-313,3-1 0,-1-2 863,-2 0 1,0 0-864,0 0 0,-1 0 152,-8 5 0,-2 0-152,-3 2 0,-2 2 0,26-11 0,-21 8 0,-20 7 0,-12 2 0,0 0 0,-2-4 0,0-4 0,0-1 0,1-4 0,5-8 0,8-13 0,5-15 0,4-13 0,-23 29 0,-2-2 0,-1-4 0,-1-2 0,-1-5 0,0-1 0,-2-3 0,-1 1 0,-1 1 0,-1 1 0,-1 8 0,-1 2 0,8-36 0,-5 19 0,-3 12 0,-3-1 0,-3 0 0,-3 2 0,-3 3 0,0 1 0,0 1 0,0-16 0,0-22 0,1 33 0,-2-2 0,0-7 0,-2 0 0,-3 0 0,-2 1 0,-1 7 0,-3 2 0,-17-41 0,-2 14 0,6 16 0,2 7 0,5 11 0,-1 5 0,-1 0 0,-1 1 0,-2-4 0,-1-1 0,-4-1 0,-2-3 0,-4 1 0,-7-5 0,-9-12 0,-8-7 0,26 34 0,0 0 0,-4-2 0,-1 1 0,2 2 0,-2 0 0,-4-2 0,-2 0 0,-3-4 0,-1 0 0,-1 1 0,0 0 0,3 4 0,2 1 0,-31-25 0,19 18 0,6 8 0,2 2 0,3 4 0,1 0 0,4 5 0,1 1 0,-1 0 0,-11-5 0,-11-7 0,-19-9 0,33 19 0,-2 1 0,-1 1 0,0 1 0,-40-14 0,14 9 0,15 11 0,0 3 0,-6-3 0,-4 1 0,-6-1 0,-6 0 0,-10 1 0,40 8 0,-1 0 0,-4 1 0,0 1 0,0 1 0,1 0 0,-36-2 0,21 5 0,21 0 0,10 3 0,0 0 0,6 0 0,2 0 0,4 0 0,-1 0 0,2 0 0,-2 0 0,-4 0 0,-9 0 0,-12 0 0,-8 0 0,-1 0 0,4 2 0,10 2 0,5 3 0,7 2 0,10-1 0,5-2 0,6-1 0,4-1 0,-2 1 0,3-1 0,-2 1 0,2-1 0,-2-1 0,-1 1 0,-4-2 0,-4 3 0,-2-1 0,1-2 0,3 0 0,3 0 0,2 0 0,0 0 0,3 1 0,3 1 0,5 1 0,2-1 0,2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CB6E-BCDD-4AAA-BD9E-2C0993612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DE7C1-6C0B-EFE5-D9A5-23AD23522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9E4B1-5918-256A-8419-F0213B2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BEA4-49FE-5CC3-FF98-E62846AB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8A9B-8A88-5D94-3CC5-D2807FB2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1141-D882-A73F-E7A8-596092C6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5E6D-C2FF-89FE-CED1-5E7A4B22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259E-AC3D-B3B7-6960-257C6998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F949B-E8E7-249C-C2F5-41995808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C5B71-62A6-1CA3-66FD-33F0A830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2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8C90-8182-F100-FE3A-81348736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E4D68-0D2A-853A-D10E-893A4958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75546-70C4-5A82-4306-3E4C6545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EED88-539C-CABC-59E8-A9BE90F6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88C4-7338-F3DF-0294-8ED9D1C0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6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CB1C-4E8D-1ECE-CD46-B90D9444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9E59-3FD7-2D2F-95CF-9EC476BF2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22DA7-C5D6-809B-4806-8C5710CE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3A470-DC9D-35E1-68D0-BB8B4C03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2747F-6E24-48A4-51CE-3EEC0E88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E834C-1A28-8273-0614-ECEDFB9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56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4E33-4B90-0B1C-BBFE-873B3628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BEFCC-1BB7-C675-E375-FD2B838AB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A5D55-AC8E-E016-E675-D1A35CBCE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5C009-7D24-EA5F-3BC4-D618D5D11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AC2F9E-3FF0-4F6C-CDDB-6CF996195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0AC24-10A6-FD39-5CDA-76FF1211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2426A1-0453-DC45-4F7D-67F8B7ED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DC5CA-EADF-D9E0-CBC9-92D13C4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9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21C0-F8E2-5B4B-9A99-A8CDA820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1E737-4643-453C-BDFB-6C706769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F174D-FDAE-5E40-D389-7B32E314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D2737-D2F8-4A4D-8609-CE2BA5E2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4CDD5-1A1E-9225-861E-3BD689FF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8340-9B6E-2E4B-366A-89A3AE76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D96B7-2108-FDE0-247D-75A16E28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1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B1C0-3652-E9C9-4D0E-6C601476E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BA83-47BE-3EC8-B584-7A9F1DA2E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52623-A01A-9E44-E4AF-1E3A1DBCF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B9D12-2D1E-0BE7-431F-67AA0A56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3F4C-E4FB-F416-DA80-24C9B44E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4BE6-477F-32B0-AE30-E65B97B0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0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9D9A-109E-9809-9B56-A1B98116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62659-9AC9-7CEC-956C-532E4DC68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A595E-B6A5-5CF4-3BE3-98AD65715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6C519-0B7A-25D2-7B77-69A6520B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12E00-2B2D-E85C-FBE7-B516DE33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EC7CD-929B-6FAE-B5A6-F8AC0E88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0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7D59-6DD7-BB52-92C0-AF7A6749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858B2-DDC8-7315-12CA-8E7A444C3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B289-3A74-4C48-BEF5-AB7854B0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3D8E3-E3EF-1AC7-297E-354F1BC9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0139-C1E8-C24C-2FE2-297011AA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2F0BF-22D9-3FCF-652F-7986E9EE1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05287-34E0-82B3-9D34-81EEEF640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3439B-89C4-D119-B36A-1DB4637F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A9C9-ACFE-C70E-5015-7806868F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8417-21B8-267B-51E3-53B6ACD4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2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B70AB-0DC3-3CCA-4D7C-E2E069D3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837D9-3477-9EB7-8559-D5393675F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FB6A-139D-0CB6-E570-51C393682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44756-11EF-F548-B456-4D97FA7ECC9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FE8E5-229A-7A48-7017-0E192807E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9A357-053E-1DAF-B432-22EBE2A5C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1B64D-D7FB-4140-AC3A-CA29198F7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9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smathstools.au/interactive-tools/stage-4/number/order-of-operations-in-words/index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7510-33A6-B075-2561-4737E68C7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90712"/>
            <a:ext cx="9144000" cy="1035704"/>
          </a:xfrm>
        </p:spPr>
        <p:txBody>
          <a:bodyPr/>
          <a:lstStyle/>
          <a:p>
            <a:r>
              <a:rPr lang="en-US" dirty="0"/>
              <a:t>Order of operations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73E7E-ED89-E7C1-A38E-1EDBB1F5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37" y="2604247"/>
            <a:ext cx="635000" cy="317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9458E6-D42A-E2BA-EDEA-058936BB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06" y="6028905"/>
            <a:ext cx="34925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816C9-2B72-256D-30EC-6236642A1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842" y="4052794"/>
            <a:ext cx="2794000" cy="238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0EB7B5-F5A9-4903-CE15-E5EECA4CC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367" y="2911288"/>
            <a:ext cx="889000" cy="355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024E37-EE0F-036D-8A30-4CA6296EB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58" y="3856856"/>
            <a:ext cx="4121235" cy="1035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B86DED-7F65-75C5-30D9-7CAFBA13BC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2442" y="2044700"/>
            <a:ext cx="3860800" cy="1384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A708D7-6B27-D256-25FE-81E421581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559" y="2300470"/>
            <a:ext cx="1257487" cy="41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C683-AEF7-4AD0-D31A-FB28FD11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AC46B6-724D-EBB5-0A43-08922B6B8DE9}"/>
              </a:ext>
            </a:extLst>
          </p:cNvPr>
          <p:cNvSpPr/>
          <p:nvPr/>
        </p:nvSpPr>
        <p:spPr>
          <a:xfrm>
            <a:off x="2656114" y="271054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1E154-03BA-079E-2C0F-42935445BD8E}"/>
              </a:ext>
            </a:extLst>
          </p:cNvPr>
          <p:cNvSpPr/>
          <p:nvPr/>
        </p:nvSpPr>
        <p:spPr>
          <a:xfrm>
            <a:off x="3505200" y="271054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320BD-9F3A-08E5-0829-94A79477B649}"/>
              </a:ext>
            </a:extLst>
          </p:cNvPr>
          <p:cNvSpPr/>
          <p:nvPr/>
        </p:nvSpPr>
        <p:spPr>
          <a:xfrm>
            <a:off x="2656114" y="371611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FF5EB3-169D-FD3D-0F63-8E120AF46D9E}"/>
              </a:ext>
            </a:extLst>
          </p:cNvPr>
          <p:cNvSpPr/>
          <p:nvPr/>
        </p:nvSpPr>
        <p:spPr>
          <a:xfrm>
            <a:off x="3505200" y="371611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EAE42-C22E-6781-9716-11B281005497}"/>
              </a:ext>
            </a:extLst>
          </p:cNvPr>
          <p:cNvSpPr/>
          <p:nvPr/>
        </p:nvSpPr>
        <p:spPr>
          <a:xfrm>
            <a:off x="3080657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920F1-0412-968B-D3AB-358E0C094FDC}"/>
              </a:ext>
            </a:extLst>
          </p:cNvPr>
          <p:cNvSpPr/>
          <p:nvPr/>
        </p:nvSpPr>
        <p:spPr>
          <a:xfrm>
            <a:off x="6226626" y="273231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5C0F-2DDF-4F34-8C4A-55F97EEF1597}"/>
              </a:ext>
            </a:extLst>
          </p:cNvPr>
          <p:cNvSpPr/>
          <p:nvPr/>
        </p:nvSpPr>
        <p:spPr>
          <a:xfrm>
            <a:off x="6879774" y="273231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9D82C3-4D84-D05D-EBBC-9B7F83A07E0D}"/>
              </a:ext>
            </a:extLst>
          </p:cNvPr>
          <p:cNvSpPr/>
          <p:nvPr/>
        </p:nvSpPr>
        <p:spPr>
          <a:xfrm>
            <a:off x="7543808" y="273231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CD462-142E-AE6C-620A-C8244A374E9D}"/>
              </a:ext>
            </a:extLst>
          </p:cNvPr>
          <p:cNvSpPr/>
          <p:nvPr/>
        </p:nvSpPr>
        <p:spPr>
          <a:xfrm>
            <a:off x="8207842" y="273231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2FCC8B-6E20-5601-5B87-AC4BFEA98248}"/>
              </a:ext>
            </a:extLst>
          </p:cNvPr>
          <p:cNvSpPr/>
          <p:nvPr/>
        </p:nvSpPr>
        <p:spPr>
          <a:xfrm>
            <a:off x="8850104" y="273231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7446A9-065F-AC45-665B-BCE45F8A0C4E}"/>
              </a:ext>
            </a:extLst>
          </p:cNvPr>
          <p:cNvSpPr/>
          <p:nvPr/>
        </p:nvSpPr>
        <p:spPr>
          <a:xfrm>
            <a:off x="6226626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BD0DE5-3916-0800-0497-29F4455E8177}"/>
              </a:ext>
            </a:extLst>
          </p:cNvPr>
          <p:cNvSpPr/>
          <p:nvPr/>
        </p:nvSpPr>
        <p:spPr>
          <a:xfrm>
            <a:off x="6879774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4C9165-D1B7-D80E-7104-AF2747114A29}"/>
              </a:ext>
            </a:extLst>
          </p:cNvPr>
          <p:cNvSpPr/>
          <p:nvPr/>
        </p:nvSpPr>
        <p:spPr>
          <a:xfrm>
            <a:off x="7543808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67182F-61F8-2E8E-5C89-B0076CF9E065}"/>
              </a:ext>
            </a:extLst>
          </p:cNvPr>
          <p:cNvSpPr/>
          <p:nvPr/>
        </p:nvSpPr>
        <p:spPr>
          <a:xfrm>
            <a:off x="8207842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44C33-0A80-D6F0-4DB6-48D7F1DA8037}"/>
              </a:ext>
            </a:extLst>
          </p:cNvPr>
          <p:cNvSpPr/>
          <p:nvPr/>
        </p:nvSpPr>
        <p:spPr>
          <a:xfrm>
            <a:off x="8850104" y="321877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52900-8B80-3645-9535-9FA892C17594}"/>
              </a:ext>
            </a:extLst>
          </p:cNvPr>
          <p:cNvSpPr/>
          <p:nvPr/>
        </p:nvSpPr>
        <p:spPr>
          <a:xfrm>
            <a:off x="6226626" y="370522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170E0-03B0-CA8E-E67C-8764A87559F0}"/>
              </a:ext>
            </a:extLst>
          </p:cNvPr>
          <p:cNvSpPr/>
          <p:nvPr/>
        </p:nvSpPr>
        <p:spPr>
          <a:xfrm>
            <a:off x="6879774" y="370522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4B7488-5CA8-13A5-E637-0A01084263D1}"/>
              </a:ext>
            </a:extLst>
          </p:cNvPr>
          <p:cNvSpPr/>
          <p:nvPr/>
        </p:nvSpPr>
        <p:spPr>
          <a:xfrm>
            <a:off x="7543808" y="370522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6E1613-20D6-8839-026A-F838D001A8EB}"/>
              </a:ext>
            </a:extLst>
          </p:cNvPr>
          <p:cNvSpPr/>
          <p:nvPr/>
        </p:nvSpPr>
        <p:spPr>
          <a:xfrm>
            <a:off x="8207842" y="370522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76611-18AC-408C-F1B8-2D4FF35441AD}"/>
              </a:ext>
            </a:extLst>
          </p:cNvPr>
          <p:cNvSpPr/>
          <p:nvPr/>
        </p:nvSpPr>
        <p:spPr>
          <a:xfrm>
            <a:off x="8850104" y="370522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6755B453-FCA8-CAE3-6C10-16CD05AD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describe what you see?</a:t>
            </a:r>
          </a:p>
        </p:txBody>
      </p:sp>
    </p:spTree>
    <p:extLst>
      <p:ext uri="{BB962C8B-B14F-4D97-AF65-F5344CB8AC3E}">
        <p14:creationId xmlns:p14="http://schemas.microsoft.com/office/powerpoint/2010/main" val="132302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0E25E-0D20-C11D-FD0E-2DD03D85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7AE236A9-AD55-27BB-F326-BC48C321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Maybe like this?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F2ABAB5-573A-A8B6-C37E-A6C72270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770"/>
          <a:stretch>
            <a:fillRect/>
          </a:stretch>
        </p:blipFill>
        <p:spPr>
          <a:xfrm>
            <a:off x="2209800" y="1615027"/>
            <a:ext cx="7772400" cy="197331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2747613-2F84-C341-1897-EC51B696B3C2}"/>
              </a:ext>
            </a:extLst>
          </p:cNvPr>
          <p:cNvSpPr/>
          <p:nvPr/>
        </p:nvSpPr>
        <p:spPr>
          <a:xfrm>
            <a:off x="2688772" y="434340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640438-2B1B-4FF3-A9C7-A4F6D599D73D}"/>
              </a:ext>
            </a:extLst>
          </p:cNvPr>
          <p:cNvSpPr/>
          <p:nvPr/>
        </p:nvSpPr>
        <p:spPr>
          <a:xfrm>
            <a:off x="3537858" y="434340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84C6B5-06EF-E936-9D00-C31AB8E208CD}"/>
              </a:ext>
            </a:extLst>
          </p:cNvPr>
          <p:cNvSpPr/>
          <p:nvPr/>
        </p:nvSpPr>
        <p:spPr>
          <a:xfrm>
            <a:off x="2688772" y="534897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A58F99-4DA2-7947-8899-E1885621868A}"/>
              </a:ext>
            </a:extLst>
          </p:cNvPr>
          <p:cNvSpPr/>
          <p:nvPr/>
        </p:nvSpPr>
        <p:spPr>
          <a:xfrm>
            <a:off x="3537858" y="534897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A508A5-3FB5-4CBE-9B94-88AB225ACE2E}"/>
              </a:ext>
            </a:extLst>
          </p:cNvPr>
          <p:cNvSpPr/>
          <p:nvPr/>
        </p:nvSpPr>
        <p:spPr>
          <a:xfrm>
            <a:off x="3113315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EC6704-7EBC-287E-4155-E3678884FE84}"/>
              </a:ext>
            </a:extLst>
          </p:cNvPr>
          <p:cNvSpPr/>
          <p:nvPr/>
        </p:nvSpPr>
        <p:spPr>
          <a:xfrm>
            <a:off x="6259284" y="436517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766F9D-FA76-95D5-8093-DD7DD3303CA7}"/>
              </a:ext>
            </a:extLst>
          </p:cNvPr>
          <p:cNvSpPr/>
          <p:nvPr/>
        </p:nvSpPr>
        <p:spPr>
          <a:xfrm>
            <a:off x="6912432" y="436517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03F27A-9038-480F-3552-65337BA3E7AC}"/>
              </a:ext>
            </a:extLst>
          </p:cNvPr>
          <p:cNvSpPr/>
          <p:nvPr/>
        </p:nvSpPr>
        <p:spPr>
          <a:xfrm>
            <a:off x="7576466" y="436517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5CCDBB-DFFC-64E7-41E0-224DC6DAC708}"/>
              </a:ext>
            </a:extLst>
          </p:cNvPr>
          <p:cNvSpPr/>
          <p:nvPr/>
        </p:nvSpPr>
        <p:spPr>
          <a:xfrm>
            <a:off x="8240500" y="436517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B96086-9151-01E5-3D57-7080BF6BD043}"/>
              </a:ext>
            </a:extLst>
          </p:cNvPr>
          <p:cNvSpPr/>
          <p:nvPr/>
        </p:nvSpPr>
        <p:spPr>
          <a:xfrm>
            <a:off x="8882762" y="436517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406311-AB7F-BE54-18C9-02C132CD9251}"/>
              </a:ext>
            </a:extLst>
          </p:cNvPr>
          <p:cNvSpPr/>
          <p:nvPr/>
        </p:nvSpPr>
        <p:spPr>
          <a:xfrm>
            <a:off x="6259284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20755F-AF9A-31AC-4B85-844D530D51AC}"/>
              </a:ext>
            </a:extLst>
          </p:cNvPr>
          <p:cNvSpPr/>
          <p:nvPr/>
        </p:nvSpPr>
        <p:spPr>
          <a:xfrm>
            <a:off x="6912432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1AE962-D13E-C88C-F2F4-3BAAC2884787}"/>
              </a:ext>
            </a:extLst>
          </p:cNvPr>
          <p:cNvSpPr/>
          <p:nvPr/>
        </p:nvSpPr>
        <p:spPr>
          <a:xfrm>
            <a:off x="7576466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BEAF55-1662-C440-EF44-AC9A58418DD8}"/>
              </a:ext>
            </a:extLst>
          </p:cNvPr>
          <p:cNvSpPr/>
          <p:nvPr/>
        </p:nvSpPr>
        <p:spPr>
          <a:xfrm>
            <a:off x="8240500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687E5-073D-C48F-52B3-EFE7EFD456BB}"/>
              </a:ext>
            </a:extLst>
          </p:cNvPr>
          <p:cNvSpPr/>
          <p:nvPr/>
        </p:nvSpPr>
        <p:spPr>
          <a:xfrm>
            <a:off x="8882762" y="485162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5C4318-B77B-0AD6-0CA4-5DCF575C23AE}"/>
              </a:ext>
            </a:extLst>
          </p:cNvPr>
          <p:cNvSpPr/>
          <p:nvPr/>
        </p:nvSpPr>
        <p:spPr>
          <a:xfrm>
            <a:off x="6259284" y="533808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8FBA93-7858-3C3D-D84F-762B590070F1}"/>
              </a:ext>
            </a:extLst>
          </p:cNvPr>
          <p:cNvSpPr/>
          <p:nvPr/>
        </p:nvSpPr>
        <p:spPr>
          <a:xfrm>
            <a:off x="6912432" y="533808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3C42AC-47D0-5B3E-A5F8-3AD8E6899CEA}"/>
              </a:ext>
            </a:extLst>
          </p:cNvPr>
          <p:cNvSpPr/>
          <p:nvPr/>
        </p:nvSpPr>
        <p:spPr>
          <a:xfrm>
            <a:off x="7576466" y="533808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A86386-DF63-8D18-187C-025BC41DF74D}"/>
              </a:ext>
            </a:extLst>
          </p:cNvPr>
          <p:cNvSpPr/>
          <p:nvPr/>
        </p:nvSpPr>
        <p:spPr>
          <a:xfrm>
            <a:off x="8240500" y="533808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4DF912-4DFB-E83E-77F3-B3CF44225566}"/>
              </a:ext>
            </a:extLst>
          </p:cNvPr>
          <p:cNvSpPr/>
          <p:nvPr/>
        </p:nvSpPr>
        <p:spPr>
          <a:xfrm>
            <a:off x="8882762" y="5338085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214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2CE4-6CE3-1EF6-7A7E-930DFE0B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D938C8-F2EF-E2D3-AF85-402EEA3BFAF9}"/>
              </a:ext>
            </a:extLst>
          </p:cNvPr>
          <p:cNvSpPr/>
          <p:nvPr/>
        </p:nvSpPr>
        <p:spPr>
          <a:xfrm>
            <a:off x="7213146" y="421545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AE550-3536-5AD1-5027-B6EBCE98F920}"/>
              </a:ext>
            </a:extLst>
          </p:cNvPr>
          <p:cNvSpPr/>
          <p:nvPr/>
        </p:nvSpPr>
        <p:spPr>
          <a:xfrm>
            <a:off x="7213146" y="470413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D05E9-5F69-7BDB-7526-36390DF2991F}"/>
              </a:ext>
            </a:extLst>
          </p:cNvPr>
          <p:cNvSpPr/>
          <p:nvPr/>
        </p:nvSpPr>
        <p:spPr>
          <a:xfrm>
            <a:off x="7816624" y="45421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F6B28-A9B7-33FF-3380-DC3A8768564F}"/>
              </a:ext>
            </a:extLst>
          </p:cNvPr>
          <p:cNvSpPr/>
          <p:nvPr/>
        </p:nvSpPr>
        <p:spPr>
          <a:xfrm>
            <a:off x="7213146" y="519281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D17B80-B123-1945-BE3E-8986C2F8CDDA}"/>
              </a:ext>
            </a:extLst>
          </p:cNvPr>
          <p:cNvSpPr/>
          <p:nvPr/>
        </p:nvSpPr>
        <p:spPr>
          <a:xfrm>
            <a:off x="7834991" y="499344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39A687-16BD-555E-46C6-02ABA5CBF5BD}"/>
              </a:ext>
            </a:extLst>
          </p:cNvPr>
          <p:cNvSpPr/>
          <p:nvPr/>
        </p:nvSpPr>
        <p:spPr>
          <a:xfrm>
            <a:off x="4718957" y="4190978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ACC2-853C-FA2C-DD40-B97E2E564CDB}"/>
              </a:ext>
            </a:extLst>
          </p:cNvPr>
          <p:cNvSpPr/>
          <p:nvPr/>
        </p:nvSpPr>
        <p:spPr>
          <a:xfrm>
            <a:off x="5187043" y="4190978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E3B6C6-9642-F854-9247-77F7786FB5D7}"/>
              </a:ext>
            </a:extLst>
          </p:cNvPr>
          <p:cNvSpPr/>
          <p:nvPr/>
        </p:nvSpPr>
        <p:spPr>
          <a:xfrm>
            <a:off x="5655129" y="4190978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2E0DE-0A64-62BC-4043-5D919F5AD3DF}"/>
              </a:ext>
            </a:extLst>
          </p:cNvPr>
          <p:cNvSpPr/>
          <p:nvPr/>
        </p:nvSpPr>
        <p:spPr>
          <a:xfrm>
            <a:off x="6123215" y="4190978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5BCAA-155C-813D-FD36-E24B8DE2C56F}"/>
              </a:ext>
            </a:extLst>
          </p:cNvPr>
          <p:cNvSpPr/>
          <p:nvPr/>
        </p:nvSpPr>
        <p:spPr>
          <a:xfrm>
            <a:off x="6591301" y="4190978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126394-D504-AC10-EB6A-2A69429C171E}"/>
              </a:ext>
            </a:extLst>
          </p:cNvPr>
          <p:cNvSpPr/>
          <p:nvPr/>
        </p:nvSpPr>
        <p:spPr>
          <a:xfrm>
            <a:off x="4718957" y="467743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480EB6-B350-49FD-E8B8-41B60708447D}"/>
              </a:ext>
            </a:extLst>
          </p:cNvPr>
          <p:cNvSpPr/>
          <p:nvPr/>
        </p:nvSpPr>
        <p:spPr>
          <a:xfrm>
            <a:off x="5187043" y="467743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63534-8C81-AC3A-4839-E0F8CBC07FCF}"/>
              </a:ext>
            </a:extLst>
          </p:cNvPr>
          <p:cNvSpPr/>
          <p:nvPr/>
        </p:nvSpPr>
        <p:spPr>
          <a:xfrm>
            <a:off x="5655129" y="467743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698117-8E11-99E1-70A2-F25F065FC896}"/>
              </a:ext>
            </a:extLst>
          </p:cNvPr>
          <p:cNvSpPr/>
          <p:nvPr/>
        </p:nvSpPr>
        <p:spPr>
          <a:xfrm>
            <a:off x="6123215" y="467743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125B8E-4FFB-4F19-00BC-25BA8D0FFDAE}"/>
              </a:ext>
            </a:extLst>
          </p:cNvPr>
          <p:cNvSpPr/>
          <p:nvPr/>
        </p:nvSpPr>
        <p:spPr>
          <a:xfrm>
            <a:off x="6591301" y="4677434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3DE691-E88F-4850-B914-6DCF98850E7C}"/>
              </a:ext>
            </a:extLst>
          </p:cNvPr>
          <p:cNvSpPr/>
          <p:nvPr/>
        </p:nvSpPr>
        <p:spPr>
          <a:xfrm>
            <a:off x="4718957" y="516389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47B1F2-3D78-71E7-16A6-85FD36930316}"/>
              </a:ext>
            </a:extLst>
          </p:cNvPr>
          <p:cNvSpPr/>
          <p:nvPr/>
        </p:nvSpPr>
        <p:spPr>
          <a:xfrm>
            <a:off x="5187043" y="516389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5180E-7526-C155-5A94-A663CECD2928}"/>
              </a:ext>
            </a:extLst>
          </p:cNvPr>
          <p:cNvSpPr/>
          <p:nvPr/>
        </p:nvSpPr>
        <p:spPr>
          <a:xfrm>
            <a:off x="5655129" y="516389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DA3543-5D94-7204-AA13-28EBC29C9F74}"/>
              </a:ext>
            </a:extLst>
          </p:cNvPr>
          <p:cNvSpPr/>
          <p:nvPr/>
        </p:nvSpPr>
        <p:spPr>
          <a:xfrm>
            <a:off x="6123215" y="516389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08E216-8E4C-D42E-4016-B1AD9F3A41A4}"/>
              </a:ext>
            </a:extLst>
          </p:cNvPr>
          <p:cNvSpPr/>
          <p:nvPr/>
        </p:nvSpPr>
        <p:spPr>
          <a:xfrm>
            <a:off x="6591301" y="5163890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26">
            <a:extLst>
              <a:ext uri="{FF2B5EF4-FFF2-40B4-BE49-F238E27FC236}">
                <a16:creationId xmlns:a16="http://schemas.microsoft.com/office/drawing/2014/main" id="{25E33DCB-D022-C834-ACF6-802B7E5C4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Or this?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80B3CD6-ACC9-88E3-AF24-399553DA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045" b="30725"/>
          <a:stretch>
            <a:fillRect/>
          </a:stretch>
        </p:blipFill>
        <p:spPr>
          <a:xfrm>
            <a:off x="2209800" y="1615027"/>
            <a:ext cx="7772400" cy="19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41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B946-55BE-A0B6-7193-33FA2052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EDABB2-12DC-F9A6-480C-0ADD0581C939}"/>
              </a:ext>
            </a:extLst>
          </p:cNvPr>
          <p:cNvSpPr/>
          <p:nvPr/>
        </p:nvSpPr>
        <p:spPr>
          <a:xfrm>
            <a:off x="4223656" y="415680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F828F-C468-FA94-95B5-51978F80AF94}"/>
              </a:ext>
            </a:extLst>
          </p:cNvPr>
          <p:cNvSpPr/>
          <p:nvPr/>
        </p:nvSpPr>
        <p:spPr>
          <a:xfrm>
            <a:off x="4697185" y="415680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6D96A-DF5A-C125-5E71-413291EBA6AF}"/>
              </a:ext>
            </a:extLst>
          </p:cNvPr>
          <p:cNvSpPr/>
          <p:nvPr/>
        </p:nvSpPr>
        <p:spPr>
          <a:xfrm>
            <a:off x="6112327" y="4155442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14D9C-44AA-2541-0186-E9632FCA413A}"/>
              </a:ext>
            </a:extLst>
          </p:cNvPr>
          <p:cNvSpPr/>
          <p:nvPr/>
        </p:nvSpPr>
        <p:spPr>
          <a:xfrm>
            <a:off x="5649685" y="415680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D5CF92-55DA-589A-951E-BAD49B42961D}"/>
              </a:ext>
            </a:extLst>
          </p:cNvPr>
          <p:cNvSpPr/>
          <p:nvPr/>
        </p:nvSpPr>
        <p:spPr>
          <a:xfrm>
            <a:off x="5159828" y="4156801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D45AEE-D9E7-B074-44C3-0CA4E960BFB4}"/>
              </a:ext>
            </a:extLst>
          </p:cNvPr>
          <p:cNvSpPr/>
          <p:nvPr/>
        </p:nvSpPr>
        <p:spPr>
          <a:xfrm>
            <a:off x="4223656" y="464325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8E228-A15A-8135-FA35-5D0F3E118251}"/>
              </a:ext>
            </a:extLst>
          </p:cNvPr>
          <p:cNvSpPr/>
          <p:nvPr/>
        </p:nvSpPr>
        <p:spPr>
          <a:xfrm>
            <a:off x="4691742" y="464325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F8BD0-BF2C-9D0D-32FA-956DB6065B61}"/>
              </a:ext>
            </a:extLst>
          </p:cNvPr>
          <p:cNvSpPr/>
          <p:nvPr/>
        </p:nvSpPr>
        <p:spPr>
          <a:xfrm>
            <a:off x="5159828" y="464325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5EF33A-3786-2D66-4A07-2CEFDAD04828}"/>
              </a:ext>
            </a:extLst>
          </p:cNvPr>
          <p:cNvSpPr/>
          <p:nvPr/>
        </p:nvSpPr>
        <p:spPr>
          <a:xfrm>
            <a:off x="5627914" y="464325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81301-5BBA-2D01-3F17-610D796C33AB}"/>
              </a:ext>
            </a:extLst>
          </p:cNvPr>
          <p:cNvSpPr/>
          <p:nvPr/>
        </p:nvSpPr>
        <p:spPr>
          <a:xfrm>
            <a:off x="6096000" y="4643257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85D768-F351-6AE0-77E1-F23F62DEC517}"/>
              </a:ext>
            </a:extLst>
          </p:cNvPr>
          <p:cNvSpPr/>
          <p:nvPr/>
        </p:nvSpPr>
        <p:spPr>
          <a:xfrm>
            <a:off x="4223656" y="51297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8C6AA-014A-3412-5583-DF2725818C38}"/>
              </a:ext>
            </a:extLst>
          </p:cNvPr>
          <p:cNvSpPr/>
          <p:nvPr/>
        </p:nvSpPr>
        <p:spPr>
          <a:xfrm>
            <a:off x="4691742" y="51297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A9BA3B-DED6-A6F9-6F1D-A45FF71ACDBD}"/>
              </a:ext>
            </a:extLst>
          </p:cNvPr>
          <p:cNvSpPr/>
          <p:nvPr/>
        </p:nvSpPr>
        <p:spPr>
          <a:xfrm>
            <a:off x="5159828" y="51297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DB819A-D088-C90D-A4EA-E166854018E0}"/>
              </a:ext>
            </a:extLst>
          </p:cNvPr>
          <p:cNvSpPr/>
          <p:nvPr/>
        </p:nvSpPr>
        <p:spPr>
          <a:xfrm>
            <a:off x="5627914" y="51297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6B5D31-4225-1092-A856-A32758CA1913}"/>
              </a:ext>
            </a:extLst>
          </p:cNvPr>
          <p:cNvSpPr/>
          <p:nvPr/>
        </p:nvSpPr>
        <p:spPr>
          <a:xfrm>
            <a:off x="6096000" y="5129713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9192DE-E11A-D3ED-5F71-3C72C9188248}"/>
              </a:ext>
            </a:extLst>
          </p:cNvPr>
          <p:cNvSpPr/>
          <p:nvPr/>
        </p:nvSpPr>
        <p:spPr>
          <a:xfrm>
            <a:off x="4223656" y="561616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E23163-CCF0-7772-C6B3-353A5C92EA3D}"/>
              </a:ext>
            </a:extLst>
          </p:cNvPr>
          <p:cNvSpPr/>
          <p:nvPr/>
        </p:nvSpPr>
        <p:spPr>
          <a:xfrm>
            <a:off x="4691742" y="561616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8572D5-B000-4E4A-0E7C-91ADD95784FF}"/>
              </a:ext>
            </a:extLst>
          </p:cNvPr>
          <p:cNvSpPr/>
          <p:nvPr/>
        </p:nvSpPr>
        <p:spPr>
          <a:xfrm>
            <a:off x="5159828" y="561616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5D44EF-EB6E-E150-75C8-583751642538}"/>
              </a:ext>
            </a:extLst>
          </p:cNvPr>
          <p:cNvSpPr/>
          <p:nvPr/>
        </p:nvSpPr>
        <p:spPr>
          <a:xfrm>
            <a:off x="5627914" y="561616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267B63-3E85-4F11-F51F-74BE17BFB5B2}"/>
              </a:ext>
            </a:extLst>
          </p:cNvPr>
          <p:cNvSpPr/>
          <p:nvPr/>
        </p:nvSpPr>
        <p:spPr>
          <a:xfrm>
            <a:off x="6096000" y="5616169"/>
            <a:ext cx="359228" cy="35922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26">
            <a:extLst>
              <a:ext uri="{FF2B5EF4-FFF2-40B4-BE49-F238E27FC236}">
                <a16:creationId xmlns:a16="http://schemas.microsoft.com/office/drawing/2014/main" id="{2559679A-FD99-3975-A362-5BBA18971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Or even this??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74A338B-9FE9-EB4B-0549-1E1EDA134C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" t="66403" r="-770" b="-1633"/>
          <a:stretch>
            <a:fillRect/>
          </a:stretch>
        </p:blipFill>
        <p:spPr>
          <a:xfrm>
            <a:off x="2209800" y="1615027"/>
            <a:ext cx="7772400" cy="19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8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E9B7-4C4B-10CD-13AF-4AC6CC0F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8357B-8BB8-AB21-517C-42D4D848AA3B}"/>
              </a:ext>
            </a:extLst>
          </p:cNvPr>
          <p:cNvSpPr/>
          <p:nvPr/>
        </p:nvSpPr>
        <p:spPr>
          <a:xfrm>
            <a:off x="1023254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15243-3CEA-234C-4B9B-9337AC71AC03}"/>
              </a:ext>
            </a:extLst>
          </p:cNvPr>
          <p:cNvSpPr/>
          <p:nvPr/>
        </p:nvSpPr>
        <p:spPr>
          <a:xfrm>
            <a:off x="1621970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848CD-B178-9F09-71A5-7E87D4EC5A48}"/>
              </a:ext>
            </a:extLst>
          </p:cNvPr>
          <p:cNvSpPr/>
          <p:nvPr/>
        </p:nvSpPr>
        <p:spPr>
          <a:xfrm>
            <a:off x="1023254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3F9C3-8926-599D-D6CA-FD565C69A80D}"/>
              </a:ext>
            </a:extLst>
          </p:cNvPr>
          <p:cNvSpPr/>
          <p:nvPr/>
        </p:nvSpPr>
        <p:spPr>
          <a:xfrm>
            <a:off x="1621970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5B4C5-BC84-55C8-4C67-E06AF7C1BAB1}"/>
              </a:ext>
            </a:extLst>
          </p:cNvPr>
          <p:cNvSpPr/>
          <p:nvPr/>
        </p:nvSpPr>
        <p:spPr>
          <a:xfrm>
            <a:off x="1023254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09187-B54C-5FA1-62CE-925DFA391177}"/>
              </a:ext>
            </a:extLst>
          </p:cNvPr>
          <p:cNvSpPr/>
          <p:nvPr/>
        </p:nvSpPr>
        <p:spPr>
          <a:xfrm>
            <a:off x="1621970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489A7E-763B-2575-8069-86F57BE60B0E}"/>
              </a:ext>
            </a:extLst>
          </p:cNvPr>
          <p:cNvSpPr/>
          <p:nvPr/>
        </p:nvSpPr>
        <p:spPr>
          <a:xfrm>
            <a:off x="2525485" y="312964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263A5-A4FA-EDBE-ECFB-9EB71041DF7D}"/>
              </a:ext>
            </a:extLst>
          </p:cNvPr>
          <p:cNvSpPr/>
          <p:nvPr/>
        </p:nvSpPr>
        <p:spPr>
          <a:xfrm>
            <a:off x="3037113" y="365215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9DD56-AF5A-E08B-9462-724AD732BDA3}"/>
              </a:ext>
            </a:extLst>
          </p:cNvPr>
          <p:cNvSpPr/>
          <p:nvPr/>
        </p:nvSpPr>
        <p:spPr>
          <a:xfrm>
            <a:off x="4484911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DF4F4-F987-3C71-C28B-6E1CDBDBA32F}"/>
              </a:ext>
            </a:extLst>
          </p:cNvPr>
          <p:cNvSpPr/>
          <p:nvPr/>
        </p:nvSpPr>
        <p:spPr>
          <a:xfrm>
            <a:off x="5083627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E5EF3F-D754-DCDD-AE0A-59A7F92A65F4}"/>
              </a:ext>
            </a:extLst>
          </p:cNvPr>
          <p:cNvSpPr/>
          <p:nvPr/>
        </p:nvSpPr>
        <p:spPr>
          <a:xfrm>
            <a:off x="4484911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76B96-4F07-9141-3D46-767467BDF61C}"/>
              </a:ext>
            </a:extLst>
          </p:cNvPr>
          <p:cNvSpPr/>
          <p:nvPr/>
        </p:nvSpPr>
        <p:spPr>
          <a:xfrm>
            <a:off x="5083627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05B4DB-4F00-19D4-12B2-6C100B9310BA}"/>
              </a:ext>
            </a:extLst>
          </p:cNvPr>
          <p:cNvSpPr/>
          <p:nvPr/>
        </p:nvSpPr>
        <p:spPr>
          <a:xfrm>
            <a:off x="4484911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9ADF31-16D3-FC3C-53DA-94CE921C8879}"/>
              </a:ext>
            </a:extLst>
          </p:cNvPr>
          <p:cNvSpPr/>
          <p:nvPr/>
        </p:nvSpPr>
        <p:spPr>
          <a:xfrm>
            <a:off x="5083627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F67D85-C6AF-B881-ED35-EF682173F2DB}"/>
              </a:ext>
            </a:extLst>
          </p:cNvPr>
          <p:cNvSpPr/>
          <p:nvPr/>
        </p:nvSpPr>
        <p:spPr>
          <a:xfrm>
            <a:off x="5987142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C4CB6B-6F13-4364-1967-83F8C151522A}"/>
              </a:ext>
            </a:extLst>
          </p:cNvPr>
          <p:cNvSpPr/>
          <p:nvPr/>
        </p:nvSpPr>
        <p:spPr>
          <a:xfrm>
            <a:off x="6498770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1656F1-79BE-36A2-C265-092FF11BB631}"/>
              </a:ext>
            </a:extLst>
          </p:cNvPr>
          <p:cNvSpPr/>
          <p:nvPr/>
        </p:nvSpPr>
        <p:spPr>
          <a:xfrm>
            <a:off x="8240484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435829-E8B0-615F-E0D5-054AE08706A9}"/>
              </a:ext>
            </a:extLst>
          </p:cNvPr>
          <p:cNvSpPr/>
          <p:nvPr/>
        </p:nvSpPr>
        <p:spPr>
          <a:xfrm>
            <a:off x="8839200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01F905-7FAA-102F-1A57-A25023609511}"/>
              </a:ext>
            </a:extLst>
          </p:cNvPr>
          <p:cNvSpPr/>
          <p:nvPr/>
        </p:nvSpPr>
        <p:spPr>
          <a:xfrm>
            <a:off x="8240484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3DDA5B-01FE-04E3-E205-CD725C42A2F6}"/>
              </a:ext>
            </a:extLst>
          </p:cNvPr>
          <p:cNvSpPr/>
          <p:nvPr/>
        </p:nvSpPr>
        <p:spPr>
          <a:xfrm>
            <a:off x="8839200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B39E0E-3832-E73E-D965-3F14DD0AF96F}"/>
              </a:ext>
            </a:extLst>
          </p:cNvPr>
          <p:cNvSpPr/>
          <p:nvPr/>
        </p:nvSpPr>
        <p:spPr>
          <a:xfrm>
            <a:off x="8240484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E97646-1AA1-CDEB-0B42-DD1173F28C31}"/>
              </a:ext>
            </a:extLst>
          </p:cNvPr>
          <p:cNvSpPr/>
          <p:nvPr/>
        </p:nvSpPr>
        <p:spPr>
          <a:xfrm>
            <a:off x="8839200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63F801-4C62-6413-04D2-116E2683BA58}"/>
              </a:ext>
            </a:extLst>
          </p:cNvPr>
          <p:cNvSpPr/>
          <p:nvPr/>
        </p:nvSpPr>
        <p:spPr>
          <a:xfrm>
            <a:off x="9742715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FBE960-4A19-29DA-2AA8-6A89E1C8D0CD}"/>
              </a:ext>
            </a:extLst>
          </p:cNvPr>
          <p:cNvSpPr/>
          <p:nvPr/>
        </p:nvSpPr>
        <p:spPr>
          <a:xfrm>
            <a:off x="10254343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7D1D2-695D-DAE2-783F-F4F5E4BD903F}"/>
              </a:ext>
            </a:extLst>
          </p:cNvPr>
          <p:cNvSpPr txBox="1"/>
          <p:nvPr/>
        </p:nvSpPr>
        <p:spPr>
          <a:xfrm>
            <a:off x="838199" y="1773744"/>
            <a:ext cx="849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How would you describe what you see?</a:t>
            </a:r>
          </a:p>
        </p:txBody>
      </p:sp>
    </p:spTree>
    <p:extLst>
      <p:ext uri="{BB962C8B-B14F-4D97-AF65-F5344CB8AC3E}">
        <p14:creationId xmlns:p14="http://schemas.microsoft.com/office/powerpoint/2010/main" val="198877413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D2F0-7917-8AF3-71BD-CA2F10A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B71A-BCB7-46DF-E183-F6C36DF5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C49886-0588-320A-3D5C-DDB68284862D}"/>
              </a:ext>
            </a:extLst>
          </p:cNvPr>
          <p:cNvSpPr txBox="1"/>
          <p:nvPr/>
        </p:nvSpPr>
        <p:spPr>
          <a:xfrm>
            <a:off x="838199" y="1773744"/>
            <a:ext cx="849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Maybe like this?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6A95CF-5DDF-43AC-54B3-0B5CD3D4E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165"/>
          <a:stretch>
            <a:fillRect/>
          </a:stretch>
        </p:blipFill>
        <p:spPr>
          <a:xfrm>
            <a:off x="481761" y="4686223"/>
            <a:ext cx="10719638" cy="163092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BB4CAB8-3537-D962-B34F-5B7B1941AF9E}"/>
              </a:ext>
            </a:extLst>
          </p:cNvPr>
          <p:cNvSpPr/>
          <p:nvPr/>
        </p:nvSpPr>
        <p:spPr>
          <a:xfrm>
            <a:off x="1023254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0CA3E6-4439-7D62-7208-4E700CED0B0B}"/>
              </a:ext>
            </a:extLst>
          </p:cNvPr>
          <p:cNvSpPr/>
          <p:nvPr/>
        </p:nvSpPr>
        <p:spPr>
          <a:xfrm>
            <a:off x="1621970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8B260B-A3B5-DEB2-8576-80738F3D7CFC}"/>
              </a:ext>
            </a:extLst>
          </p:cNvPr>
          <p:cNvSpPr/>
          <p:nvPr/>
        </p:nvSpPr>
        <p:spPr>
          <a:xfrm>
            <a:off x="1023254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A342E2-EDC3-1267-FAE3-9EDCC7F3BB1A}"/>
              </a:ext>
            </a:extLst>
          </p:cNvPr>
          <p:cNvSpPr/>
          <p:nvPr/>
        </p:nvSpPr>
        <p:spPr>
          <a:xfrm>
            <a:off x="1621970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89EB09-814B-C28C-9E6A-459DFD751C87}"/>
              </a:ext>
            </a:extLst>
          </p:cNvPr>
          <p:cNvSpPr/>
          <p:nvPr/>
        </p:nvSpPr>
        <p:spPr>
          <a:xfrm>
            <a:off x="1023254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738ED8-CFEF-DB0E-B7B4-6091203BF43A}"/>
              </a:ext>
            </a:extLst>
          </p:cNvPr>
          <p:cNvSpPr/>
          <p:nvPr/>
        </p:nvSpPr>
        <p:spPr>
          <a:xfrm>
            <a:off x="1621970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846598-502A-AF49-B5E0-0CC384DB48DF}"/>
              </a:ext>
            </a:extLst>
          </p:cNvPr>
          <p:cNvSpPr/>
          <p:nvPr/>
        </p:nvSpPr>
        <p:spPr>
          <a:xfrm>
            <a:off x="2525485" y="312964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A38929-DA90-0B30-AF0A-4B8CBD411BD3}"/>
              </a:ext>
            </a:extLst>
          </p:cNvPr>
          <p:cNvSpPr/>
          <p:nvPr/>
        </p:nvSpPr>
        <p:spPr>
          <a:xfrm>
            <a:off x="3037113" y="365215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9D7121-AE80-30EE-1942-085B91BF0D52}"/>
              </a:ext>
            </a:extLst>
          </p:cNvPr>
          <p:cNvSpPr/>
          <p:nvPr/>
        </p:nvSpPr>
        <p:spPr>
          <a:xfrm>
            <a:off x="4484911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1F3DB4-B933-E568-90A1-5C302CE0E077}"/>
              </a:ext>
            </a:extLst>
          </p:cNvPr>
          <p:cNvSpPr/>
          <p:nvPr/>
        </p:nvSpPr>
        <p:spPr>
          <a:xfrm>
            <a:off x="5083627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F990BF-6C31-4675-0283-C357CD1458C6}"/>
              </a:ext>
            </a:extLst>
          </p:cNvPr>
          <p:cNvSpPr/>
          <p:nvPr/>
        </p:nvSpPr>
        <p:spPr>
          <a:xfrm>
            <a:off x="4484911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7E8860-30D4-B75A-A28E-3E820A0D70E3}"/>
              </a:ext>
            </a:extLst>
          </p:cNvPr>
          <p:cNvSpPr/>
          <p:nvPr/>
        </p:nvSpPr>
        <p:spPr>
          <a:xfrm>
            <a:off x="5083627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5A9E7F-BC63-65B9-FC7F-E27484471C3E}"/>
              </a:ext>
            </a:extLst>
          </p:cNvPr>
          <p:cNvSpPr/>
          <p:nvPr/>
        </p:nvSpPr>
        <p:spPr>
          <a:xfrm>
            <a:off x="4484911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2D6B37-9082-B302-A811-56EEAFB9D0D9}"/>
              </a:ext>
            </a:extLst>
          </p:cNvPr>
          <p:cNvSpPr/>
          <p:nvPr/>
        </p:nvSpPr>
        <p:spPr>
          <a:xfrm>
            <a:off x="5083627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322593-0775-9FFE-D9F5-F033AB709BE0}"/>
              </a:ext>
            </a:extLst>
          </p:cNvPr>
          <p:cNvSpPr/>
          <p:nvPr/>
        </p:nvSpPr>
        <p:spPr>
          <a:xfrm>
            <a:off x="5987142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60FF6F-5E75-FB97-2639-6F05C701456B}"/>
              </a:ext>
            </a:extLst>
          </p:cNvPr>
          <p:cNvSpPr/>
          <p:nvPr/>
        </p:nvSpPr>
        <p:spPr>
          <a:xfrm>
            <a:off x="6498770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26AD975-072F-3E2A-14AE-CF89D483C129}"/>
              </a:ext>
            </a:extLst>
          </p:cNvPr>
          <p:cNvSpPr/>
          <p:nvPr/>
        </p:nvSpPr>
        <p:spPr>
          <a:xfrm>
            <a:off x="8240484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E10854-A302-1C09-23BD-09A015C6A316}"/>
              </a:ext>
            </a:extLst>
          </p:cNvPr>
          <p:cNvSpPr/>
          <p:nvPr/>
        </p:nvSpPr>
        <p:spPr>
          <a:xfrm>
            <a:off x="8839200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28CEF4B-B3ED-5A89-B667-7884A8CA2AB1}"/>
              </a:ext>
            </a:extLst>
          </p:cNvPr>
          <p:cNvSpPr/>
          <p:nvPr/>
        </p:nvSpPr>
        <p:spPr>
          <a:xfrm>
            <a:off x="8240484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51A24EA-08E9-7396-F979-2F40EA39290B}"/>
              </a:ext>
            </a:extLst>
          </p:cNvPr>
          <p:cNvSpPr/>
          <p:nvPr/>
        </p:nvSpPr>
        <p:spPr>
          <a:xfrm>
            <a:off x="8839200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DCE08E-797E-D14B-D5E2-B69ED9D9C36E}"/>
              </a:ext>
            </a:extLst>
          </p:cNvPr>
          <p:cNvSpPr/>
          <p:nvPr/>
        </p:nvSpPr>
        <p:spPr>
          <a:xfrm>
            <a:off x="8240484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ADFE5D-3019-413E-1A8F-E148FE35C6D7}"/>
              </a:ext>
            </a:extLst>
          </p:cNvPr>
          <p:cNvSpPr/>
          <p:nvPr/>
        </p:nvSpPr>
        <p:spPr>
          <a:xfrm>
            <a:off x="8839200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5C921A-73C7-5A71-8AD8-CA9FDC71BE4E}"/>
              </a:ext>
            </a:extLst>
          </p:cNvPr>
          <p:cNvSpPr/>
          <p:nvPr/>
        </p:nvSpPr>
        <p:spPr>
          <a:xfrm>
            <a:off x="9742715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7D088A-0683-AE87-25D7-D5DBE7B251D1}"/>
              </a:ext>
            </a:extLst>
          </p:cNvPr>
          <p:cNvSpPr/>
          <p:nvPr/>
        </p:nvSpPr>
        <p:spPr>
          <a:xfrm>
            <a:off x="10254343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5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6F74-E2C3-E99E-6AF5-6D9D92C7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23F2-5D98-E13F-A195-27BE0DBD9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A575DD-9B08-EBF5-2744-7B6B01BB9E9C}"/>
              </a:ext>
            </a:extLst>
          </p:cNvPr>
          <p:cNvSpPr txBox="1"/>
          <p:nvPr/>
        </p:nvSpPr>
        <p:spPr>
          <a:xfrm>
            <a:off x="838199" y="1773744"/>
            <a:ext cx="849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Maybe like this?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F0BA39F-A7E5-49AE-9022-C124F4547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06" t="25449" r="406" b="53716"/>
          <a:stretch>
            <a:fillRect/>
          </a:stretch>
        </p:blipFill>
        <p:spPr>
          <a:xfrm>
            <a:off x="481761" y="4686223"/>
            <a:ext cx="10719638" cy="16309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E2567AC-B260-2292-EDC7-B1F4EF2BA5FA}"/>
                  </a:ext>
                </a:extLst>
              </p14:cNvPr>
              <p14:cNvContentPartPr/>
              <p14:nvPr/>
            </p14:nvContentPartPr>
            <p14:xfrm>
              <a:off x="592406" y="2540623"/>
              <a:ext cx="3121200" cy="2206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E2567AC-B260-2292-EDC7-B1F4EF2BA5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406" y="2522623"/>
                <a:ext cx="3156840" cy="22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B8E8A3-672E-9B35-180B-E47B7943817B}"/>
                  </a:ext>
                </a:extLst>
              </p14:cNvPr>
              <p14:cNvContentPartPr/>
              <p14:nvPr/>
            </p14:nvContentPartPr>
            <p14:xfrm>
              <a:off x="4091966" y="2624863"/>
              <a:ext cx="3122280" cy="1947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B8E8A3-672E-9B35-180B-E47B794381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74326" y="2606863"/>
                <a:ext cx="3157920" cy="19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63750E9-F85E-3D13-45D9-8383E760B383}"/>
                  </a:ext>
                </a:extLst>
              </p14:cNvPr>
              <p14:cNvContentPartPr/>
              <p14:nvPr/>
            </p14:nvContentPartPr>
            <p14:xfrm>
              <a:off x="7730846" y="2590663"/>
              <a:ext cx="3255120" cy="2276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63750E9-F85E-3D13-45D9-8383E760B3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13206" y="2572663"/>
                <a:ext cx="3290760" cy="231192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69F47CBC-4059-2530-150E-E8F3720982D4}"/>
              </a:ext>
            </a:extLst>
          </p:cNvPr>
          <p:cNvSpPr/>
          <p:nvPr/>
        </p:nvSpPr>
        <p:spPr>
          <a:xfrm>
            <a:off x="1023254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AFE331-8BE5-DD05-5F73-4A1A9ABACED0}"/>
              </a:ext>
            </a:extLst>
          </p:cNvPr>
          <p:cNvSpPr/>
          <p:nvPr/>
        </p:nvSpPr>
        <p:spPr>
          <a:xfrm>
            <a:off x="1621970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C2CB00-C5C8-B34C-0F69-18FE5389D133}"/>
              </a:ext>
            </a:extLst>
          </p:cNvPr>
          <p:cNvSpPr/>
          <p:nvPr/>
        </p:nvSpPr>
        <p:spPr>
          <a:xfrm>
            <a:off x="1023254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45F74-6536-F8C6-D296-F2B8540ECCD2}"/>
              </a:ext>
            </a:extLst>
          </p:cNvPr>
          <p:cNvSpPr/>
          <p:nvPr/>
        </p:nvSpPr>
        <p:spPr>
          <a:xfrm>
            <a:off x="1621970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604BFE-7CA7-F28F-362E-14FB81681574}"/>
              </a:ext>
            </a:extLst>
          </p:cNvPr>
          <p:cNvSpPr/>
          <p:nvPr/>
        </p:nvSpPr>
        <p:spPr>
          <a:xfrm>
            <a:off x="1023254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A5D38C-A582-9804-EF68-842A8C7ADC55}"/>
              </a:ext>
            </a:extLst>
          </p:cNvPr>
          <p:cNvSpPr/>
          <p:nvPr/>
        </p:nvSpPr>
        <p:spPr>
          <a:xfrm>
            <a:off x="1621970" y="397328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655CE6-273D-1B45-897D-80533726B0AF}"/>
              </a:ext>
            </a:extLst>
          </p:cNvPr>
          <p:cNvSpPr/>
          <p:nvPr/>
        </p:nvSpPr>
        <p:spPr>
          <a:xfrm>
            <a:off x="2525485" y="312964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FBD948-2E14-BDE8-D88A-538976B2104F}"/>
              </a:ext>
            </a:extLst>
          </p:cNvPr>
          <p:cNvSpPr/>
          <p:nvPr/>
        </p:nvSpPr>
        <p:spPr>
          <a:xfrm>
            <a:off x="3037113" y="365215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614F36-096A-A3F1-8C40-6B00A74997DC}"/>
              </a:ext>
            </a:extLst>
          </p:cNvPr>
          <p:cNvSpPr/>
          <p:nvPr/>
        </p:nvSpPr>
        <p:spPr>
          <a:xfrm>
            <a:off x="4484911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741667-8FA0-321F-8207-A5EDDED9E77E}"/>
              </a:ext>
            </a:extLst>
          </p:cNvPr>
          <p:cNvSpPr/>
          <p:nvPr/>
        </p:nvSpPr>
        <p:spPr>
          <a:xfrm>
            <a:off x="5083627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07EBB5-B74C-E8EE-0FFE-885D2F3B46CC}"/>
              </a:ext>
            </a:extLst>
          </p:cNvPr>
          <p:cNvSpPr/>
          <p:nvPr/>
        </p:nvSpPr>
        <p:spPr>
          <a:xfrm>
            <a:off x="4484911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6F974E-8737-5AB5-1A52-4FD6C6E3F009}"/>
              </a:ext>
            </a:extLst>
          </p:cNvPr>
          <p:cNvSpPr/>
          <p:nvPr/>
        </p:nvSpPr>
        <p:spPr>
          <a:xfrm>
            <a:off x="5083627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FC608D-40A8-CC8B-70AE-8C5F3F6EF6E5}"/>
              </a:ext>
            </a:extLst>
          </p:cNvPr>
          <p:cNvSpPr/>
          <p:nvPr/>
        </p:nvSpPr>
        <p:spPr>
          <a:xfrm>
            <a:off x="4484911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8E21C1-E8A7-6C73-7B30-CF3822C415F3}"/>
              </a:ext>
            </a:extLst>
          </p:cNvPr>
          <p:cNvSpPr/>
          <p:nvPr/>
        </p:nvSpPr>
        <p:spPr>
          <a:xfrm>
            <a:off x="5083627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614638A-79EF-F6E6-4C97-191F49725751}"/>
              </a:ext>
            </a:extLst>
          </p:cNvPr>
          <p:cNvSpPr/>
          <p:nvPr/>
        </p:nvSpPr>
        <p:spPr>
          <a:xfrm>
            <a:off x="5987142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44AE9D-D1C3-9ABA-6985-68F306522CD3}"/>
              </a:ext>
            </a:extLst>
          </p:cNvPr>
          <p:cNvSpPr/>
          <p:nvPr/>
        </p:nvSpPr>
        <p:spPr>
          <a:xfrm>
            <a:off x="6498770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F8CBE9-60C5-6A94-E2EB-8602013E7D80}"/>
              </a:ext>
            </a:extLst>
          </p:cNvPr>
          <p:cNvSpPr/>
          <p:nvPr/>
        </p:nvSpPr>
        <p:spPr>
          <a:xfrm>
            <a:off x="8240484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D02F5F-1EB3-B417-4101-D67FC1366FB8}"/>
              </a:ext>
            </a:extLst>
          </p:cNvPr>
          <p:cNvSpPr/>
          <p:nvPr/>
        </p:nvSpPr>
        <p:spPr>
          <a:xfrm>
            <a:off x="8839200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3E205B2-4830-368A-03EE-332A672B3A91}"/>
              </a:ext>
            </a:extLst>
          </p:cNvPr>
          <p:cNvSpPr/>
          <p:nvPr/>
        </p:nvSpPr>
        <p:spPr>
          <a:xfrm>
            <a:off x="8240484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841240-55C2-3762-8F4B-D550B4720D16}"/>
              </a:ext>
            </a:extLst>
          </p:cNvPr>
          <p:cNvSpPr/>
          <p:nvPr/>
        </p:nvSpPr>
        <p:spPr>
          <a:xfrm>
            <a:off x="8839200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C5520-1DDA-5F94-2521-A5EC94E8C5D5}"/>
              </a:ext>
            </a:extLst>
          </p:cNvPr>
          <p:cNvSpPr/>
          <p:nvPr/>
        </p:nvSpPr>
        <p:spPr>
          <a:xfrm>
            <a:off x="8240484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08F2D0-5D23-A619-807F-E85CE742B3C9}"/>
              </a:ext>
            </a:extLst>
          </p:cNvPr>
          <p:cNvSpPr/>
          <p:nvPr/>
        </p:nvSpPr>
        <p:spPr>
          <a:xfrm>
            <a:off x="8839200" y="39950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F42274-818D-CA97-1D9A-70A00C8EE93E}"/>
              </a:ext>
            </a:extLst>
          </p:cNvPr>
          <p:cNvSpPr/>
          <p:nvPr/>
        </p:nvSpPr>
        <p:spPr>
          <a:xfrm>
            <a:off x="9742715" y="31514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C3DAF04-286F-82BF-952F-0834C586F914}"/>
              </a:ext>
            </a:extLst>
          </p:cNvPr>
          <p:cNvSpPr/>
          <p:nvPr/>
        </p:nvSpPr>
        <p:spPr>
          <a:xfrm>
            <a:off x="10254343" y="36739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92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7530-E7B3-0D41-4AF6-9DF4FF84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2352-10BD-ED7B-16B1-E66A6561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5BDC4-EA5F-8394-E34C-272461737DDF}"/>
              </a:ext>
            </a:extLst>
          </p:cNvPr>
          <p:cNvSpPr/>
          <p:nvPr/>
        </p:nvSpPr>
        <p:spPr>
          <a:xfrm>
            <a:off x="1110342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00E6C-277A-387F-F8AB-93488A8DBDA6}"/>
              </a:ext>
            </a:extLst>
          </p:cNvPr>
          <p:cNvSpPr/>
          <p:nvPr/>
        </p:nvSpPr>
        <p:spPr>
          <a:xfrm>
            <a:off x="1621970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1B4D02-BD3B-2AD3-25CD-BA2691726A67}"/>
              </a:ext>
            </a:extLst>
          </p:cNvPr>
          <p:cNvSpPr/>
          <p:nvPr/>
        </p:nvSpPr>
        <p:spPr>
          <a:xfrm>
            <a:off x="1110342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B45B8-2DFE-102D-4C73-B0FDA9819D30}"/>
              </a:ext>
            </a:extLst>
          </p:cNvPr>
          <p:cNvSpPr/>
          <p:nvPr/>
        </p:nvSpPr>
        <p:spPr>
          <a:xfrm>
            <a:off x="1621970" y="346165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8960DA-DF06-DC91-1E80-FC7FB4071A2B}"/>
              </a:ext>
            </a:extLst>
          </p:cNvPr>
          <p:cNvSpPr/>
          <p:nvPr/>
        </p:nvSpPr>
        <p:spPr>
          <a:xfrm>
            <a:off x="2182583" y="347254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66E94-36CA-4064-BF59-A542476B3FE6}"/>
              </a:ext>
            </a:extLst>
          </p:cNvPr>
          <p:cNvSpPr/>
          <p:nvPr/>
        </p:nvSpPr>
        <p:spPr>
          <a:xfrm>
            <a:off x="2710540" y="347254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C305EB-9883-6CAD-8A95-4215656FA853}"/>
              </a:ext>
            </a:extLst>
          </p:cNvPr>
          <p:cNvSpPr/>
          <p:nvPr/>
        </p:nvSpPr>
        <p:spPr>
          <a:xfrm>
            <a:off x="2166257" y="29500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779F84-176F-2A76-FA3D-5564C84FE26E}"/>
              </a:ext>
            </a:extLst>
          </p:cNvPr>
          <p:cNvSpPr/>
          <p:nvPr/>
        </p:nvSpPr>
        <p:spPr>
          <a:xfrm>
            <a:off x="2732314" y="2950031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DF4CB-DC69-98A7-4A18-72FD0FFD3F46}"/>
              </a:ext>
            </a:extLst>
          </p:cNvPr>
          <p:cNvSpPr/>
          <p:nvPr/>
        </p:nvSpPr>
        <p:spPr>
          <a:xfrm>
            <a:off x="4571999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5DBFD-7C5C-DF4D-ECF2-C6C1AD04BE55}"/>
              </a:ext>
            </a:extLst>
          </p:cNvPr>
          <p:cNvSpPr/>
          <p:nvPr/>
        </p:nvSpPr>
        <p:spPr>
          <a:xfrm>
            <a:off x="5083627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248B53-8B91-6E16-C611-96DF0398B30C}"/>
              </a:ext>
            </a:extLst>
          </p:cNvPr>
          <p:cNvSpPr/>
          <p:nvPr/>
        </p:nvSpPr>
        <p:spPr>
          <a:xfrm>
            <a:off x="4571999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89F41E-AE53-0EB5-DA4A-9E59A79DE957}"/>
              </a:ext>
            </a:extLst>
          </p:cNvPr>
          <p:cNvSpPr/>
          <p:nvPr/>
        </p:nvSpPr>
        <p:spPr>
          <a:xfrm>
            <a:off x="5083627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A6ADD-8E8C-E53D-A823-C73E9841268B}"/>
              </a:ext>
            </a:extLst>
          </p:cNvPr>
          <p:cNvSpPr/>
          <p:nvPr/>
        </p:nvSpPr>
        <p:spPr>
          <a:xfrm>
            <a:off x="5638800" y="34834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F8BB99-71C6-1F14-5B4F-6F5BF492B826}"/>
              </a:ext>
            </a:extLst>
          </p:cNvPr>
          <p:cNvSpPr/>
          <p:nvPr/>
        </p:nvSpPr>
        <p:spPr>
          <a:xfrm>
            <a:off x="5627914" y="29609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D3E3E8-AF96-23D8-8C5E-CCFF4970EC6E}"/>
              </a:ext>
            </a:extLst>
          </p:cNvPr>
          <p:cNvSpPr/>
          <p:nvPr/>
        </p:nvSpPr>
        <p:spPr>
          <a:xfrm>
            <a:off x="6281058" y="2955473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F192F7-5F3F-FF73-63FB-EFC5D1FBE43F}"/>
              </a:ext>
            </a:extLst>
          </p:cNvPr>
          <p:cNvSpPr/>
          <p:nvPr/>
        </p:nvSpPr>
        <p:spPr>
          <a:xfrm>
            <a:off x="6264728" y="345889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ACDC0F-39F0-479E-A50E-6DABAAC242AE}"/>
              </a:ext>
            </a:extLst>
          </p:cNvPr>
          <p:cNvSpPr/>
          <p:nvPr/>
        </p:nvSpPr>
        <p:spPr>
          <a:xfrm>
            <a:off x="8327572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A2DAA0-A1AE-A5C7-1EB4-899D5CD4E064}"/>
              </a:ext>
            </a:extLst>
          </p:cNvPr>
          <p:cNvSpPr/>
          <p:nvPr/>
        </p:nvSpPr>
        <p:spPr>
          <a:xfrm>
            <a:off x="8839200" y="297180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EEEC72-1AD9-75D9-BE55-6EAC19565510}"/>
              </a:ext>
            </a:extLst>
          </p:cNvPr>
          <p:cNvSpPr/>
          <p:nvPr/>
        </p:nvSpPr>
        <p:spPr>
          <a:xfrm>
            <a:off x="8327572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6B388B-A0D6-4905-C896-C56D2BE3F94A}"/>
              </a:ext>
            </a:extLst>
          </p:cNvPr>
          <p:cNvSpPr/>
          <p:nvPr/>
        </p:nvSpPr>
        <p:spPr>
          <a:xfrm>
            <a:off x="8839200" y="348343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B3A4AB-0711-CA9A-8D7F-D5CD37B5E854}"/>
              </a:ext>
            </a:extLst>
          </p:cNvPr>
          <p:cNvSpPr/>
          <p:nvPr/>
        </p:nvSpPr>
        <p:spPr>
          <a:xfrm>
            <a:off x="9350828" y="294186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39D32E-FFAD-0069-AAE2-390521FFCCA7}"/>
              </a:ext>
            </a:extLst>
          </p:cNvPr>
          <p:cNvSpPr/>
          <p:nvPr/>
        </p:nvSpPr>
        <p:spPr>
          <a:xfrm>
            <a:off x="9350828" y="345889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051469-943D-BCD3-F202-4580242BC9D3}"/>
              </a:ext>
            </a:extLst>
          </p:cNvPr>
          <p:cNvSpPr/>
          <p:nvPr/>
        </p:nvSpPr>
        <p:spPr>
          <a:xfrm>
            <a:off x="9895115" y="296091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0EC5D7-F81A-6950-B6DE-9C05785F63CB}"/>
              </a:ext>
            </a:extLst>
          </p:cNvPr>
          <p:cNvSpPr/>
          <p:nvPr/>
        </p:nvSpPr>
        <p:spPr>
          <a:xfrm>
            <a:off x="9944099" y="346710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80828-3B1C-F63D-C0EB-A3FC028DA0AF}"/>
              </a:ext>
            </a:extLst>
          </p:cNvPr>
          <p:cNvSpPr txBox="1"/>
          <p:nvPr/>
        </p:nvSpPr>
        <p:spPr>
          <a:xfrm>
            <a:off x="838199" y="1773744"/>
            <a:ext cx="849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Maybe like this?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4EC701-B35B-8AAA-DD0A-82180D7EA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" t="55202" r="-318" b="23963"/>
          <a:stretch>
            <a:fillRect/>
          </a:stretch>
        </p:blipFill>
        <p:spPr>
          <a:xfrm>
            <a:off x="481761" y="4686223"/>
            <a:ext cx="10719638" cy="16309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410BED-1A91-0006-C7A3-3EA33845E4B3}"/>
                  </a:ext>
                </a:extLst>
              </p14:cNvPr>
              <p14:cNvContentPartPr/>
              <p14:nvPr/>
            </p14:nvContentPartPr>
            <p14:xfrm>
              <a:off x="676646" y="2552503"/>
              <a:ext cx="3018600" cy="1845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410BED-1A91-0006-C7A3-3EA33845E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646" y="2534503"/>
                <a:ext cx="3054240" cy="18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3A2B64A-38A8-8284-820F-21D556969E72}"/>
                  </a:ext>
                </a:extLst>
              </p14:cNvPr>
              <p14:cNvContentPartPr/>
              <p14:nvPr/>
            </p14:nvContentPartPr>
            <p14:xfrm>
              <a:off x="4172246" y="2625223"/>
              <a:ext cx="2990520" cy="1616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3A2B64A-38A8-8284-820F-21D556969E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4246" y="2607223"/>
                <a:ext cx="302616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7615DDB-7F8C-D828-FD3F-33A2FF9E5A92}"/>
                  </a:ext>
                </a:extLst>
              </p14:cNvPr>
              <p14:cNvContentPartPr/>
              <p14:nvPr/>
            </p14:nvContentPartPr>
            <p14:xfrm>
              <a:off x="7778006" y="2535943"/>
              <a:ext cx="3091680" cy="19213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7615DDB-7F8C-D828-FD3F-33A2FF9E5A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0366" y="2517943"/>
                <a:ext cx="3127320" cy="195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5663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7BD2-3F22-8129-95C8-CDC35589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1655-D95F-E04A-D10D-B5308635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2A8F6D-0290-4C15-6F44-9A19A7356292}"/>
              </a:ext>
            </a:extLst>
          </p:cNvPr>
          <p:cNvSpPr/>
          <p:nvPr/>
        </p:nvSpPr>
        <p:spPr>
          <a:xfrm>
            <a:off x="4155621" y="273227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BDCEB1-F442-D5AF-103E-C0E2364022CB}"/>
              </a:ext>
            </a:extLst>
          </p:cNvPr>
          <p:cNvSpPr/>
          <p:nvPr/>
        </p:nvSpPr>
        <p:spPr>
          <a:xfrm>
            <a:off x="4667249" y="273227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6F491-10B6-E72A-48DC-BDF0355DB3A8}"/>
              </a:ext>
            </a:extLst>
          </p:cNvPr>
          <p:cNvSpPr/>
          <p:nvPr/>
        </p:nvSpPr>
        <p:spPr>
          <a:xfrm>
            <a:off x="4155621" y="324390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19142-E647-D5BA-4E21-E5C9F7E04A92}"/>
              </a:ext>
            </a:extLst>
          </p:cNvPr>
          <p:cNvSpPr/>
          <p:nvPr/>
        </p:nvSpPr>
        <p:spPr>
          <a:xfrm>
            <a:off x="4667249" y="3243905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CA737-809C-CDA9-8A3D-DA2E5A571E21}"/>
              </a:ext>
            </a:extLst>
          </p:cNvPr>
          <p:cNvSpPr/>
          <p:nvPr/>
        </p:nvSpPr>
        <p:spPr>
          <a:xfrm>
            <a:off x="5227862" y="325479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5EEF3-4C59-7699-F5C5-F145440FAF63}"/>
              </a:ext>
            </a:extLst>
          </p:cNvPr>
          <p:cNvSpPr/>
          <p:nvPr/>
        </p:nvSpPr>
        <p:spPr>
          <a:xfrm>
            <a:off x="5755819" y="325479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E29F66-5369-727B-20E4-4124200CB17E}"/>
              </a:ext>
            </a:extLst>
          </p:cNvPr>
          <p:cNvSpPr/>
          <p:nvPr/>
        </p:nvSpPr>
        <p:spPr>
          <a:xfrm>
            <a:off x="5211536" y="2732277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F196DA-FFFD-C1B3-3B2A-66E160606E16}"/>
              </a:ext>
            </a:extLst>
          </p:cNvPr>
          <p:cNvSpPr/>
          <p:nvPr/>
        </p:nvSpPr>
        <p:spPr>
          <a:xfrm>
            <a:off x="5777593" y="273227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1874B-BD84-CCB5-BB8F-E791416F79D9}"/>
              </a:ext>
            </a:extLst>
          </p:cNvPr>
          <p:cNvSpPr/>
          <p:nvPr/>
        </p:nvSpPr>
        <p:spPr>
          <a:xfrm>
            <a:off x="4152899" y="3782711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1088E5-569F-7695-8F74-492B99854B99}"/>
              </a:ext>
            </a:extLst>
          </p:cNvPr>
          <p:cNvSpPr/>
          <p:nvPr/>
        </p:nvSpPr>
        <p:spPr>
          <a:xfrm>
            <a:off x="4664527" y="3782711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C475D-1BDB-C372-D518-BD69116D3057}"/>
              </a:ext>
            </a:extLst>
          </p:cNvPr>
          <p:cNvSpPr/>
          <p:nvPr/>
        </p:nvSpPr>
        <p:spPr>
          <a:xfrm>
            <a:off x="4152899" y="429433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76D61F-A567-2646-A149-8402FCB1129A}"/>
              </a:ext>
            </a:extLst>
          </p:cNvPr>
          <p:cNvSpPr/>
          <p:nvPr/>
        </p:nvSpPr>
        <p:spPr>
          <a:xfrm>
            <a:off x="4664527" y="429433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76598-8920-3173-56CF-C79092D5AE6B}"/>
              </a:ext>
            </a:extLst>
          </p:cNvPr>
          <p:cNvSpPr/>
          <p:nvPr/>
        </p:nvSpPr>
        <p:spPr>
          <a:xfrm>
            <a:off x="5219700" y="429433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E309DF-3A7C-BDE0-D772-542632B1E334}"/>
              </a:ext>
            </a:extLst>
          </p:cNvPr>
          <p:cNvSpPr/>
          <p:nvPr/>
        </p:nvSpPr>
        <p:spPr>
          <a:xfrm>
            <a:off x="5208814" y="3771824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15C7D7-7006-1E33-0F7D-A9B2A8AF3FC2}"/>
              </a:ext>
            </a:extLst>
          </p:cNvPr>
          <p:cNvSpPr/>
          <p:nvPr/>
        </p:nvSpPr>
        <p:spPr>
          <a:xfrm>
            <a:off x="5796642" y="376638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37880C-4E5C-244A-95AB-A6C523D61641}"/>
              </a:ext>
            </a:extLst>
          </p:cNvPr>
          <p:cNvSpPr/>
          <p:nvPr/>
        </p:nvSpPr>
        <p:spPr>
          <a:xfrm>
            <a:off x="5802084" y="4269808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B0A3C6-B1CB-F196-08AF-339A6B6E8F0F}"/>
              </a:ext>
            </a:extLst>
          </p:cNvPr>
          <p:cNvSpPr/>
          <p:nvPr/>
        </p:nvSpPr>
        <p:spPr>
          <a:xfrm>
            <a:off x="6349090" y="2759456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C0CAE-1F93-E85A-8AC2-44C778AA21BA}"/>
              </a:ext>
            </a:extLst>
          </p:cNvPr>
          <p:cNvSpPr/>
          <p:nvPr/>
        </p:nvSpPr>
        <p:spPr>
          <a:xfrm>
            <a:off x="6379027" y="3777192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AB9015-0E5D-5545-577C-777FE4E57530}"/>
              </a:ext>
            </a:extLst>
          </p:cNvPr>
          <p:cNvSpPr/>
          <p:nvPr/>
        </p:nvSpPr>
        <p:spPr>
          <a:xfrm>
            <a:off x="6349090" y="3271084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8A0137-A44E-66A4-D828-41056548C600}"/>
              </a:ext>
            </a:extLst>
          </p:cNvPr>
          <p:cNvSpPr/>
          <p:nvPr/>
        </p:nvSpPr>
        <p:spPr>
          <a:xfrm>
            <a:off x="6379027" y="4288820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AF5CA4-4A3E-ED10-10DD-09F59B53D736}"/>
              </a:ext>
            </a:extLst>
          </p:cNvPr>
          <p:cNvSpPr/>
          <p:nvPr/>
        </p:nvSpPr>
        <p:spPr>
          <a:xfrm>
            <a:off x="6898821" y="2754011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0FCD34-2B21-A9FD-9F66-4FDC48FB9782}"/>
              </a:ext>
            </a:extLst>
          </p:cNvPr>
          <p:cNvSpPr/>
          <p:nvPr/>
        </p:nvSpPr>
        <p:spPr>
          <a:xfrm>
            <a:off x="6898821" y="3271044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940086-9C98-9914-E3FA-DB2004BC4486}"/>
              </a:ext>
            </a:extLst>
          </p:cNvPr>
          <p:cNvSpPr/>
          <p:nvPr/>
        </p:nvSpPr>
        <p:spPr>
          <a:xfrm>
            <a:off x="6885215" y="3766344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711DD5-2BC6-37C1-C868-6E7E69EA3FD7}"/>
              </a:ext>
            </a:extLst>
          </p:cNvPr>
          <p:cNvSpPr/>
          <p:nvPr/>
        </p:nvSpPr>
        <p:spPr>
          <a:xfrm>
            <a:off x="6923313" y="4272529"/>
            <a:ext cx="359228" cy="3592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62ACEF-9F4F-FC45-873F-C2B0EDBE1BED}"/>
              </a:ext>
            </a:extLst>
          </p:cNvPr>
          <p:cNvSpPr txBox="1"/>
          <p:nvPr/>
        </p:nvSpPr>
        <p:spPr>
          <a:xfrm>
            <a:off x="838199" y="1773744"/>
            <a:ext cx="849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Maybe like this?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71CD645-7D52-B00B-9493-D4E0B6617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" t="75657" r="-216" b="3508"/>
          <a:stretch>
            <a:fillRect/>
          </a:stretch>
        </p:blipFill>
        <p:spPr>
          <a:xfrm>
            <a:off x="1122623" y="4970957"/>
            <a:ext cx="10719638" cy="163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0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92A2-0194-81AE-E83E-859F26FE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7B5D-F27B-376E-5AD2-95CFAA1D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70BB-485E-ED6F-E799-0E6EAE94D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many tiles are there?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9DFBE9-BACF-CAEC-D5CD-A6895DFA3782}"/>
              </a:ext>
            </a:extLst>
          </p:cNvPr>
          <p:cNvSpPr/>
          <p:nvPr/>
        </p:nvSpPr>
        <p:spPr>
          <a:xfrm>
            <a:off x="3445327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C0543-53BE-BE15-A44C-090A5EFEAF23}"/>
              </a:ext>
            </a:extLst>
          </p:cNvPr>
          <p:cNvSpPr/>
          <p:nvPr/>
        </p:nvSpPr>
        <p:spPr>
          <a:xfrm>
            <a:off x="4098474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926B6-6B30-1802-B426-672E8245D7C9}"/>
              </a:ext>
            </a:extLst>
          </p:cNvPr>
          <p:cNvSpPr/>
          <p:nvPr/>
        </p:nvSpPr>
        <p:spPr>
          <a:xfrm>
            <a:off x="4757061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8364AC-C8DB-8267-9AE9-9D5BC545410A}"/>
              </a:ext>
            </a:extLst>
          </p:cNvPr>
          <p:cNvSpPr/>
          <p:nvPr/>
        </p:nvSpPr>
        <p:spPr>
          <a:xfrm>
            <a:off x="5377550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D5A27-D078-B528-9087-08ED444D6549}"/>
              </a:ext>
            </a:extLst>
          </p:cNvPr>
          <p:cNvSpPr/>
          <p:nvPr/>
        </p:nvSpPr>
        <p:spPr>
          <a:xfrm>
            <a:off x="3445327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D9D49-C970-E06F-9F04-E3CFD5FF73AA}"/>
              </a:ext>
            </a:extLst>
          </p:cNvPr>
          <p:cNvSpPr/>
          <p:nvPr/>
        </p:nvSpPr>
        <p:spPr>
          <a:xfrm>
            <a:off x="4109360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DEFA6B-F988-ED69-26D5-FA070B0A9F0E}"/>
              </a:ext>
            </a:extLst>
          </p:cNvPr>
          <p:cNvSpPr/>
          <p:nvPr/>
        </p:nvSpPr>
        <p:spPr>
          <a:xfrm>
            <a:off x="4757061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8BB937-76C7-ADCA-227A-C33A417DF8A9}"/>
              </a:ext>
            </a:extLst>
          </p:cNvPr>
          <p:cNvSpPr/>
          <p:nvPr/>
        </p:nvSpPr>
        <p:spPr>
          <a:xfrm>
            <a:off x="5377550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2151E0-0621-72A0-62FC-C6114A472EDE}"/>
              </a:ext>
            </a:extLst>
          </p:cNvPr>
          <p:cNvSpPr/>
          <p:nvPr/>
        </p:nvSpPr>
        <p:spPr>
          <a:xfrm>
            <a:off x="3467094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3C9AC6-FA9E-DBBC-4DAE-53B8C5C72DB8}"/>
              </a:ext>
            </a:extLst>
          </p:cNvPr>
          <p:cNvSpPr/>
          <p:nvPr/>
        </p:nvSpPr>
        <p:spPr>
          <a:xfrm>
            <a:off x="4120241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B8FCDD-B01B-51CC-ADBD-D74AFACE8EEE}"/>
              </a:ext>
            </a:extLst>
          </p:cNvPr>
          <p:cNvSpPr/>
          <p:nvPr/>
        </p:nvSpPr>
        <p:spPr>
          <a:xfrm>
            <a:off x="4778828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48E4C-87B7-1486-07E3-BB35F02EA95C}"/>
              </a:ext>
            </a:extLst>
          </p:cNvPr>
          <p:cNvSpPr/>
          <p:nvPr/>
        </p:nvSpPr>
        <p:spPr>
          <a:xfrm>
            <a:off x="5399317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C1DF85-15D0-C368-9E64-12FE9FFDA6E8}"/>
              </a:ext>
            </a:extLst>
          </p:cNvPr>
          <p:cNvSpPr/>
          <p:nvPr/>
        </p:nvSpPr>
        <p:spPr>
          <a:xfrm>
            <a:off x="6030692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95F504-122F-E1EE-A972-07B369EC4013}"/>
              </a:ext>
            </a:extLst>
          </p:cNvPr>
          <p:cNvSpPr/>
          <p:nvPr/>
        </p:nvSpPr>
        <p:spPr>
          <a:xfrm>
            <a:off x="6651181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B99EE7-EDB7-64FA-0636-27C958AADEBD}"/>
              </a:ext>
            </a:extLst>
          </p:cNvPr>
          <p:cNvSpPr/>
          <p:nvPr/>
        </p:nvSpPr>
        <p:spPr>
          <a:xfrm>
            <a:off x="7271670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390A9-BEEF-E59B-BC59-C70C7398DDD0}"/>
              </a:ext>
            </a:extLst>
          </p:cNvPr>
          <p:cNvSpPr/>
          <p:nvPr/>
        </p:nvSpPr>
        <p:spPr>
          <a:xfrm>
            <a:off x="7881273" y="414745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36408-DA44-403A-9B77-0331BE4EDBB2}"/>
              </a:ext>
            </a:extLst>
          </p:cNvPr>
          <p:cNvSpPr/>
          <p:nvPr/>
        </p:nvSpPr>
        <p:spPr>
          <a:xfrm>
            <a:off x="6030692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CDB039-D6DC-EFA5-FF65-446EF43EBD84}"/>
              </a:ext>
            </a:extLst>
          </p:cNvPr>
          <p:cNvSpPr/>
          <p:nvPr/>
        </p:nvSpPr>
        <p:spPr>
          <a:xfrm>
            <a:off x="6651181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50D29-276A-5F72-9985-60579EA7F3DF}"/>
              </a:ext>
            </a:extLst>
          </p:cNvPr>
          <p:cNvSpPr/>
          <p:nvPr/>
        </p:nvSpPr>
        <p:spPr>
          <a:xfrm>
            <a:off x="7271670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FB5715-7F3E-EEC9-DABC-C07E2A95A264}"/>
              </a:ext>
            </a:extLst>
          </p:cNvPr>
          <p:cNvSpPr/>
          <p:nvPr/>
        </p:nvSpPr>
        <p:spPr>
          <a:xfrm>
            <a:off x="7881273" y="3135089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FA7DCF-055E-09D0-DA22-3EC8BE528B95}"/>
              </a:ext>
            </a:extLst>
          </p:cNvPr>
          <p:cNvSpPr/>
          <p:nvPr/>
        </p:nvSpPr>
        <p:spPr>
          <a:xfrm>
            <a:off x="6030692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C5CD5-3B69-EF8A-D47E-3AE4E0F2D9FC}"/>
              </a:ext>
            </a:extLst>
          </p:cNvPr>
          <p:cNvSpPr/>
          <p:nvPr/>
        </p:nvSpPr>
        <p:spPr>
          <a:xfrm>
            <a:off x="6651181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0DDD10-4685-58B9-7410-C472C169B626}"/>
              </a:ext>
            </a:extLst>
          </p:cNvPr>
          <p:cNvSpPr/>
          <p:nvPr/>
        </p:nvSpPr>
        <p:spPr>
          <a:xfrm>
            <a:off x="7271670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BD03BC-53FC-C6CF-DAFD-53B3003AA2B4}"/>
              </a:ext>
            </a:extLst>
          </p:cNvPr>
          <p:cNvSpPr/>
          <p:nvPr/>
        </p:nvSpPr>
        <p:spPr>
          <a:xfrm>
            <a:off x="7881273" y="3641274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9073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6892-DB43-4B3D-A34F-E0516AB8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7936-07CE-9565-BB5A-9D5C075CC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just happened?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A6D041-3813-9E0B-63C5-3407D17DCEE7}"/>
              </a:ext>
            </a:extLst>
          </p:cNvPr>
          <p:cNvSpPr/>
          <p:nvPr/>
        </p:nvSpPr>
        <p:spPr>
          <a:xfrm>
            <a:off x="2408463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5BBEE0-6937-5864-8CCA-27268AA4BD5E}"/>
              </a:ext>
            </a:extLst>
          </p:cNvPr>
          <p:cNvSpPr/>
          <p:nvPr/>
        </p:nvSpPr>
        <p:spPr>
          <a:xfrm>
            <a:off x="3061610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2719CB-69BA-3162-AAC0-036A3DBD6117}"/>
              </a:ext>
            </a:extLst>
          </p:cNvPr>
          <p:cNvSpPr/>
          <p:nvPr/>
        </p:nvSpPr>
        <p:spPr>
          <a:xfrm>
            <a:off x="3720197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0D2CB5-24A4-9957-C9B2-9B4418DCE46D}"/>
              </a:ext>
            </a:extLst>
          </p:cNvPr>
          <p:cNvSpPr/>
          <p:nvPr/>
        </p:nvSpPr>
        <p:spPr>
          <a:xfrm>
            <a:off x="4340686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3AD441-F11B-71E6-DF14-517E7936B5C5}"/>
              </a:ext>
            </a:extLst>
          </p:cNvPr>
          <p:cNvSpPr/>
          <p:nvPr/>
        </p:nvSpPr>
        <p:spPr>
          <a:xfrm>
            <a:off x="2408463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FC47C9-6DB9-7EBF-3FEF-C0931FB1E2FC}"/>
              </a:ext>
            </a:extLst>
          </p:cNvPr>
          <p:cNvSpPr/>
          <p:nvPr/>
        </p:nvSpPr>
        <p:spPr>
          <a:xfrm>
            <a:off x="3072496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DD46FC-7B73-5C42-8F97-581727BD38AA}"/>
              </a:ext>
            </a:extLst>
          </p:cNvPr>
          <p:cNvSpPr/>
          <p:nvPr/>
        </p:nvSpPr>
        <p:spPr>
          <a:xfrm>
            <a:off x="3720197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D564F0-2865-C331-B2ED-3FC31A6CBF6C}"/>
              </a:ext>
            </a:extLst>
          </p:cNvPr>
          <p:cNvSpPr/>
          <p:nvPr/>
        </p:nvSpPr>
        <p:spPr>
          <a:xfrm>
            <a:off x="4340686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AB11FB-7ECB-E0B6-CD4D-37A780E29A06}"/>
              </a:ext>
            </a:extLst>
          </p:cNvPr>
          <p:cNvSpPr/>
          <p:nvPr/>
        </p:nvSpPr>
        <p:spPr>
          <a:xfrm>
            <a:off x="2430230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F48A7A-8F65-90C9-0757-8EBD30107203}"/>
              </a:ext>
            </a:extLst>
          </p:cNvPr>
          <p:cNvSpPr/>
          <p:nvPr/>
        </p:nvSpPr>
        <p:spPr>
          <a:xfrm>
            <a:off x="3083377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533F34-2E46-7230-5264-0A20577369BA}"/>
              </a:ext>
            </a:extLst>
          </p:cNvPr>
          <p:cNvSpPr/>
          <p:nvPr/>
        </p:nvSpPr>
        <p:spPr>
          <a:xfrm>
            <a:off x="3741964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E77013-CE66-F523-6812-075765DE9CBA}"/>
              </a:ext>
            </a:extLst>
          </p:cNvPr>
          <p:cNvSpPr/>
          <p:nvPr/>
        </p:nvSpPr>
        <p:spPr>
          <a:xfrm>
            <a:off x="4362453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0B3707-2E62-1945-228A-257FE3ACDF06}"/>
              </a:ext>
            </a:extLst>
          </p:cNvPr>
          <p:cNvSpPr/>
          <p:nvPr/>
        </p:nvSpPr>
        <p:spPr>
          <a:xfrm>
            <a:off x="4993828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97A4F3-5D61-FAF1-7CD8-72D84A13F597}"/>
              </a:ext>
            </a:extLst>
          </p:cNvPr>
          <p:cNvSpPr/>
          <p:nvPr/>
        </p:nvSpPr>
        <p:spPr>
          <a:xfrm>
            <a:off x="5614317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2376C2-E5F0-90A8-E5C2-E9C1879334D3}"/>
              </a:ext>
            </a:extLst>
          </p:cNvPr>
          <p:cNvSpPr/>
          <p:nvPr/>
        </p:nvSpPr>
        <p:spPr>
          <a:xfrm>
            <a:off x="7802333" y="433251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D74FAD-9977-A1CE-82F1-F2D6BA4E2EDB}"/>
              </a:ext>
            </a:extLst>
          </p:cNvPr>
          <p:cNvSpPr/>
          <p:nvPr/>
        </p:nvSpPr>
        <p:spPr>
          <a:xfrm>
            <a:off x="8411936" y="433251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6363DB-4806-2E20-3D3A-06510A4572CE}"/>
              </a:ext>
            </a:extLst>
          </p:cNvPr>
          <p:cNvSpPr/>
          <p:nvPr/>
        </p:nvSpPr>
        <p:spPr>
          <a:xfrm>
            <a:off x="4993828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5EA540-2BB1-50F6-6D38-B6D366864B22}"/>
              </a:ext>
            </a:extLst>
          </p:cNvPr>
          <p:cNvSpPr/>
          <p:nvPr/>
        </p:nvSpPr>
        <p:spPr>
          <a:xfrm>
            <a:off x="5614317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5F9AF8-1111-6CA9-54AE-6DBECEB41ABA}"/>
              </a:ext>
            </a:extLst>
          </p:cNvPr>
          <p:cNvSpPr/>
          <p:nvPr/>
        </p:nvSpPr>
        <p:spPr>
          <a:xfrm>
            <a:off x="7802333" y="332014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CFAD48-7144-0E5C-6D76-2C27676BFB29}"/>
              </a:ext>
            </a:extLst>
          </p:cNvPr>
          <p:cNvSpPr/>
          <p:nvPr/>
        </p:nvSpPr>
        <p:spPr>
          <a:xfrm>
            <a:off x="8411936" y="332014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57935E-B024-BEAA-8144-B448C303762F}"/>
              </a:ext>
            </a:extLst>
          </p:cNvPr>
          <p:cNvSpPr/>
          <p:nvPr/>
        </p:nvSpPr>
        <p:spPr>
          <a:xfrm>
            <a:off x="4993828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47EBF2-63B2-8A66-45E5-324D440B9527}"/>
              </a:ext>
            </a:extLst>
          </p:cNvPr>
          <p:cNvSpPr/>
          <p:nvPr/>
        </p:nvSpPr>
        <p:spPr>
          <a:xfrm>
            <a:off x="5614317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9353EC-2279-ED26-FEC6-34FDAA515A40}"/>
              </a:ext>
            </a:extLst>
          </p:cNvPr>
          <p:cNvSpPr/>
          <p:nvPr/>
        </p:nvSpPr>
        <p:spPr>
          <a:xfrm>
            <a:off x="7802333" y="382633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BED4ED-7172-3627-4999-4547F44B9F6A}"/>
              </a:ext>
            </a:extLst>
          </p:cNvPr>
          <p:cNvSpPr/>
          <p:nvPr/>
        </p:nvSpPr>
        <p:spPr>
          <a:xfrm>
            <a:off x="8411936" y="382633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319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EF0A-61B3-B338-D887-50327ABB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711B-F7EB-A4FF-38DB-6B7A45F7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C523E-FFAF-58D1-C261-1747E1A05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 what happened??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E8F29A-E13B-53F9-082C-EFB810B5884F}"/>
              </a:ext>
            </a:extLst>
          </p:cNvPr>
          <p:cNvSpPr/>
          <p:nvPr/>
        </p:nvSpPr>
        <p:spPr>
          <a:xfrm>
            <a:off x="2408463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FCD4717-19AD-5E34-D13F-67AAD905E03D}"/>
              </a:ext>
            </a:extLst>
          </p:cNvPr>
          <p:cNvSpPr/>
          <p:nvPr/>
        </p:nvSpPr>
        <p:spPr>
          <a:xfrm>
            <a:off x="3061610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C057E3-5FA2-2D20-6AC8-341BF596B616}"/>
              </a:ext>
            </a:extLst>
          </p:cNvPr>
          <p:cNvSpPr/>
          <p:nvPr/>
        </p:nvSpPr>
        <p:spPr>
          <a:xfrm>
            <a:off x="3720197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B431F5-4CE2-98D4-0F50-B19870960169}"/>
              </a:ext>
            </a:extLst>
          </p:cNvPr>
          <p:cNvSpPr/>
          <p:nvPr/>
        </p:nvSpPr>
        <p:spPr>
          <a:xfrm>
            <a:off x="4340686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16BBFD-7FA0-9469-F11B-D639FDBAD3A4}"/>
              </a:ext>
            </a:extLst>
          </p:cNvPr>
          <p:cNvSpPr/>
          <p:nvPr/>
        </p:nvSpPr>
        <p:spPr>
          <a:xfrm>
            <a:off x="2408463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9AA517-A1FE-5984-D8A0-2E26559BEBC7}"/>
              </a:ext>
            </a:extLst>
          </p:cNvPr>
          <p:cNvSpPr/>
          <p:nvPr/>
        </p:nvSpPr>
        <p:spPr>
          <a:xfrm>
            <a:off x="3072496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2E6275-05EC-B54F-74B9-1F3C2DFC1161}"/>
              </a:ext>
            </a:extLst>
          </p:cNvPr>
          <p:cNvSpPr/>
          <p:nvPr/>
        </p:nvSpPr>
        <p:spPr>
          <a:xfrm>
            <a:off x="3720197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35CFA6-767D-9386-6B76-B4E06AF9347E}"/>
              </a:ext>
            </a:extLst>
          </p:cNvPr>
          <p:cNvSpPr/>
          <p:nvPr/>
        </p:nvSpPr>
        <p:spPr>
          <a:xfrm>
            <a:off x="4340686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8A1A2B-D81A-D13D-9F52-AD80479905A3}"/>
              </a:ext>
            </a:extLst>
          </p:cNvPr>
          <p:cNvSpPr/>
          <p:nvPr/>
        </p:nvSpPr>
        <p:spPr>
          <a:xfrm>
            <a:off x="2430230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705310-C69B-EC77-B3F4-C75582E55579}"/>
              </a:ext>
            </a:extLst>
          </p:cNvPr>
          <p:cNvSpPr/>
          <p:nvPr/>
        </p:nvSpPr>
        <p:spPr>
          <a:xfrm>
            <a:off x="3083377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A94E69A-B1C2-2C1A-5A17-6E189D1EDBEB}"/>
              </a:ext>
            </a:extLst>
          </p:cNvPr>
          <p:cNvSpPr/>
          <p:nvPr/>
        </p:nvSpPr>
        <p:spPr>
          <a:xfrm>
            <a:off x="3741964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A67284-AFE7-F60A-1C95-EBFB80DB1313}"/>
              </a:ext>
            </a:extLst>
          </p:cNvPr>
          <p:cNvSpPr/>
          <p:nvPr/>
        </p:nvSpPr>
        <p:spPr>
          <a:xfrm>
            <a:off x="4362453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CD7045-9143-15F7-501D-6434E56BC030}"/>
              </a:ext>
            </a:extLst>
          </p:cNvPr>
          <p:cNvSpPr/>
          <p:nvPr/>
        </p:nvSpPr>
        <p:spPr>
          <a:xfrm>
            <a:off x="4993828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97221D-88BA-3F87-463B-C6BBC59797AB}"/>
              </a:ext>
            </a:extLst>
          </p:cNvPr>
          <p:cNvSpPr/>
          <p:nvPr/>
        </p:nvSpPr>
        <p:spPr>
          <a:xfrm>
            <a:off x="5614317" y="432707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239F73-151B-E5D3-6404-BE54D0676D7F}"/>
              </a:ext>
            </a:extLst>
          </p:cNvPr>
          <p:cNvSpPr/>
          <p:nvPr/>
        </p:nvSpPr>
        <p:spPr>
          <a:xfrm>
            <a:off x="7802333" y="433251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279BDB0-2405-CF03-195E-C2142BC9723E}"/>
              </a:ext>
            </a:extLst>
          </p:cNvPr>
          <p:cNvSpPr/>
          <p:nvPr/>
        </p:nvSpPr>
        <p:spPr>
          <a:xfrm>
            <a:off x="8411936" y="433251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D676B0-F606-6024-60CC-3CCD89D69FD0}"/>
              </a:ext>
            </a:extLst>
          </p:cNvPr>
          <p:cNvSpPr/>
          <p:nvPr/>
        </p:nvSpPr>
        <p:spPr>
          <a:xfrm>
            <a:off x="4993828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07756F4-DF82-AD42-C9E6-E9AFA320D79F}"/>
              </a:ext>
            </a:extLst>
          </p:cNvPr>
          <p:cNvSpPr/>
          <p:nvPr/>
        </p:nvSpPr>
        <p:spPr>
          <a:xfrm>
            <a:off x="5614317" y="331470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1B63DF6-7E21-C798-494D-F74A623EBFAF}"/>
              </a:ext>
            </a:extLst>
          </p:cNvPr>
          <p:cNvSpPr/>
          <p:nvPr/>
        </p:nvSpPr>
        <p:spPr>
          <a:xfrm>
            <a:off x="7802333" y="332014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0268265-0A52-7157-681C-807F2289650E}"/>
              </a:ext>
            </a:extLst>
          </p:cNvPr>
          <p:cNvSpPr/>
          <p:nvPr/>
        </p:nvSpPr>
        <p:spPr>
          <a:xfrm>
            <a:off x="8411936" y="332014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99C2843-1B4B-595E-86F3-62D3F428ABAC}"/>
              </a:ext>
            </a:extLst>
          </p:cNvPr>
          <p:cNvSpPr/>
          <p:nvPr/>
        </p:nvSpPr>
        <p:spPr>
          <a:xfrm>
            <a:off x="4993828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60DD57-295C-BF0A-5600-7E4081466139}"/>
              </a:ext>
            </a:extLst>
          </p:cNvPr>
          <p:cNvSpPr/>
          <p:nvPr/>
        </p:nvSpPr>
        <p:spPr>
          <a:xfrm>
            <a:off x="5614317" y="382088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E715B96-C388-580C-EBE5-CD51666EC0B9}"/>
              </a:ext>
            </a:extLst>
          </p:cNvPr>
          <p:cNvSpPr/>
          <p:nvPr/>
        </p:nvSpPr>
        <p:spPr>
          <a:xfrm>
            <a:off x="7802333" y="382633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FA8D6C6-C4C3-5659-6D19-0DEA13445FD2}"/>
              </a:ext>
            </a:extLst>
          </p:cNvPr>
          <p:cNvSpPr/>
          <p:nvPr/>
        </p:nvSpPr>
        <p:spPr>
          <a:xfrm>
            <a:off x="8411936" y="382633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433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8741-DC73-3FFE-A4BE-242078C1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2F93-BF6A-2439-F48C-681C0A92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F4D2E-13BF-23A7-816B-FBEB4518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describe this in mathematics language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C2471-CBB6-B09A-6737-348CC6C5C8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2" t="7954" r="57983" b="63455"/>
          <a:stretch>
            <a:fillRect/>
          </a:stretch>
        </p:blipFill>
        <p:spPr>
          <a:xfrm>
            <a:off x="3804550" y="2329544"/>
            <a:ext cx="2764963" cy="18505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1E8AB6C-1ECF-D203-28BB-19AF7FF93EBD}"/>
              </a:ext>
            </a:extLst>
          </p:cNvPr>
          <p:cNvSpPr/>
          <p:nvPr/>
        </p:nvSpPr>
        <p:spPr>
          <a:xfrm>
            <a:off x="3423555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87F2A6-008C-86FE-7C76-1F2107239B10}"/>
              </a:ext>
            </a:extLst>
          </p:cNvPr>
          <p:cNvSpPr/>
          <p:nvPr/>
        </p:nvSpPr>
        <p:spPr>
          <a:xfrm>
            <a:off x="4076702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830925-BB9E-36FF-2A0C-D5BA6E9760A0}"/>
              </a:ext>
            </a:extLst>
          </p:cNvPr>
          <p:cNvSpPr/>
          <p:nvPr/>
        </p:nvSpPr>
        <p:spPr>
          <a:xfrm>
            <a:off x="4735289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274738-58BC-938E-F901-C8A5580052CE}"/>
              </a:ext>
            </a:extLst>
          </p:cNvPr>
          <p:cNvSpPr/>
          <p:nvPr/>
        </p:nvSpPr>
        <p:spPr>
          <a:xfrm>
            <a:off x="5355778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6CE4EE-538A-EC7E-1313-5A6E3036E4C6}"/>
              </a:ext>
            </a:extLst>
          </p:cNvPr>
          <p:cNvSpPr/>
          <p:nvPr/>
        </p:nvSpPr>
        <p:spPr>
          <a:xfrm>
            <a:off x="3423555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DE7653-310B-35C3-D45C-A9D0208D999B}"/>
              </a:ext>
            </a:extLst>
          </p:cNvPr>
          <p:cNvSpPr/>
          <p:nvPr/>
        </p:nvSpPr>
        <p:spPr>
          <a:xfrm>
            <a:off x="4087588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87CF0D-F413-6079-223A-96C1B84401B1}"/>
              </a:ext>
            </a:extLst>
          </p:cNvPr>
          <p:cNvSpPr/>
          <p:nvPr/>
        </p:nvSpPr>
        <p:spPr>
          <a:xfrm>
            <a:off x="4735289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843A00-2AFB-DE1F-4DE4-F557CF9C9806}"/>
              </a:ext>
            </a:extLst>
          </p:cNvPr>
          <p:cNvSpPr/>
          <p:nvPr/>
        </p:nvSpPr>
        <p:spPr>
          <a:xfrm>
            <a:off x="5355778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2B799A-E6DF-1CDC-ECB4-F2D3A9CB140A}"/>
              </a:ext>
            </a:extLst>
          </p:cNvPr>
          <p:cNvSpPr/>
          <p:nvPr/>
        </p:nvSpPr>
        <p:spPr>
          <a:xfrm>
            <a:off x="3445322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D1ECB9-5042-35FA-F031-9E013DB8201F}"/>
              </a:ext>
            </a:extLst>
          </p:cNvPr>
          <p:cNvSpPr/>
          <p:nvPr/>
        </p:nvSpPr>
        <p:spPr>
          <a:xfrm>
            <a:off x="4098469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F75B4F-2B56-7E38-DD4E-E45DD6B23B78}"/>
              </a:ext>
            </a:extLst>
          </p:cNvPr>
          <p:cNvSpPr/>
          <p:nvPr/>
        </p:nvSpPr>
        <p:spPr>
          <a:xfrm>
            <a:off x="4757056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8DA1EA-FD1D-C7FA-5735-AD50158397C2}"/>
              </a:ext>
            </a:extLst>
          </p:cNvPr>
          <p:cNvSpPr/>
          <p:nvPr/>
        </p:nvSpPr>
        <p:spPr>
          <a:xfrm>
            <a:off x="5377545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8504FB-CC62-1120-1247-44133B0DA42C}"/>
              </a:ext>
            </a:extLst>
          </p:cNvPr>
          <p:cNvSpPr/>
          <p:nvPr/>
        </p:nvSpPr>
        <p:spPr>
          <a:xfrm>
            <a:off x="6008920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9BE46B-6CA7-B03C-78E1-F995F257CEB1}"/>
              </a:ext>
            </a:extLst>
          </p:cNvPr>
          <p:cNvSpPr/>
          <p:nvPr/>
        </p:nvSpPr>
        <p:spPr>
          <a:xfrm>
            <a:off x="6629409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026FAF-B0E1-9EA1-1FE7-357BCD838091}"/>
              </a:ext>
            </a:extLst>
          </p:cNvPr>
          <p:cNvSpPr/>
          <p:nvPr/>
        </p:nvSpPr>
        <p:spPr>
          <a:xfrm>
            <a:off x="7249898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585A098-BF37-1751-D1D9-84AD86AEF82D}"/>
              </a:ext>
            </a:extLst>
          </p:cNvPr>
          <p:cNvSpPr/>
          <p:nvPr/>
        </p:nvSpPr>
        <p:spPr>
          <a:xfrm>
            <a:off x="7859501" y="551905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36009E-4A15-690C-AFF0-A8DB58F66A1E}"/>
              </a:ext>
            </a:extLst>
          </p:cNvPr>
          <p:cNvSpPr/>
          <p:nvPr/>
        </p:nvSpPr>
        <p:spPr>
          <a:xfrm>
            <a:off x="6008920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ECB3F9-A02A-BF3D-2FE0-707A7E665B7C}"/>
              </a:ext>
            </a:extLst>
          </p:cNvPr>
          <p:cNvSpPr/>
          <p:nvPr/>
        </p:nvSpPr>
        <p:spPr>
          <a:xfrm>
            <a:off x="6629409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5BA814-7C02-EDA4-6E8A-8392DD25DB6C}"/>
              </a:ext>
            </a:extLst>
          </p:cNvPr>
          <p:cNvSpPr/>
          <p:nvPr/>
        </p:nvSpPr>
        <p:spPr>
          <a:xfrm>
            <a:off x="7249898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A8EE7A-B9A9-12D5-6E77-C91E68DE1D02}"/>
              </a:ext>
            </a:extLst>
          </p:cNvPr>
          <p:cNvSpPr/>
          <p:nvPr/>
        </p:nvSpPr>
        <p:spPr>
          <a:xfrm>
            <a:off x="7859501" y="450668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780E5C-3FED-78B6-497F-242428481A0B}"/>
              </a:ext>
            </a:extLst>
          </p:cNvPr>
          <p:cNvSpPr/>
          <p:nvPr/>
        </p:nvSpPr>
        <p:spPr>
          <a:xfrm>
            <a:off x="6008920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5E6576-DBFB-9AA1-7549-1598BFD05F14}"/>
              </a:ext>
            </a:extLst>
          </p:cNvPr>
          <p:cNvSpPr/>
          <p:nvPr/>
        </p:nvSpPr>
        <p:spPr>
          <a:xfrm>
            <a:off x="6629409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D2CAFE-27EA-2074-C96E-8A9CDF32C8B6}"/>
              </a:ext>
            </a:extLst>
          </p:cNvPr>
          <p:cNvSpPr/>
          <p:nvPr/>
        </p:nvSpPr>
        <p:spPr>
          <a:xfrm>
            <a:off x="7249898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60ABB2-428F-621A-AF86-9EC1D738BFA5}"/>
              </a:ext>
            </a:extLst>
          </p:cNvPr>
          <p:cNvSpPr/>
          <p:nvPr/>
        </p:nvSpPr>
        <p:spPr>
          <a:xfrm>
            <a:off x="7859501" y="501287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39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E8FA-8414-130D-303C-71E11DE7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D11E-C535-995B-BD78-9942359E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717C-DDC7-6370-63CD-C50339079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describe this in mathematics language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84B6-19A6-E329-ABA4-AD238D81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2" t="7954" r="57983" b="63455"/>
          <a:stretch>
            <a:fillRect/>
          </a:stretch>
        </p:blipFill>
        <p:spPr>
          <a:xfrm>
            <a:off x="2789458" y="2503714"/>
            <a:ext cx="2764963" cy="18505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E6864FF-D5DE-3E14-CC35-6051237A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24" t="8459" r="5601" b="62950"/>
          <a:stretch>
            <a:fillRect/>
          </a:stretch>
        </p:blipFill>
        <p:spPr>
          <a:xfrm>
            <a:off x="9252857" y="4669611"/>
            <a:ext cx="1475005" cy="98721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32DC7A5-9CAD-2DEF-71AA-D52EE4B49046}"/>
              </a:ext>
            </a:extLst>
          </p:cNvPr>
          <p:cNvSpPr/>
          <p:nvPr/>
        </p:nvSpPr>
        <p:spPr>
          <a:xfrm>
            <a:off x="2408463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9C7B63-B3C7-9243-0BB9-778A12DA18D2}"/>
              </a:ext>
            </a:extLst>
          </p:cNvPr>
          <p:cNvSpPr/>
          <p:nvPr/>
        </p:nvSpPr>
        <p:spPr>
          <a:xfrm>
            <a:off x="3061610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110BE1-965D-04BF-11F1-06CEBB3B8D3B}"/>
              </a:ext>
            </a:extLst>
          </p:cNvPr>
          <p:cNvSpPr/>
          <p:nvPr/>
        </p:nvSpPr>
        <p:spPr>
          <a:xfrm>
            <a:off x="372019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D54165-205C-CB5E-6F2A-62B06E1EA4D3}"/>
              </a:ext>
            </a:extLst>
          </p:cNvPr>
          <p:cNvSpPr/>
          <p:nvPr/>
        </p:nvSpPr>
        <p:spPr>
          <a:xfrm>
            <a:off x="4340686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F4CE60-A0AE-90FC-D359-DE0BBB65A34D}"/>
              </a:ext>
            </a:extLst>
          </p:cNvPr>
          <p:cNvSpPr/>
          <p:nvPr/>
        </p:nvSpPr>
        <p:spPr>
          <a:xfrm>
            <a:off x="2408463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2B9545-0E34-5B45-1070-FF596D0993D5}"/>
              </a:ext>
            </a:extLst>
          </p:cNvPr>
          <p:cNvSpPr/>
          <p:nvPr/>
        </p:nvSpPr>
        <p:spPr>
          <a:xfrm>
            <a:off x="307249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76AAFC-AD5C-56B0-4635-26BEAE4FA42D}"/>
              </a:ext>
            </a:extLst>
          </p:cNvPr>
          <p:cNvSpPr/>
          <p:nvPr/>
        </p:nvSpPr>
        <p:spPr>
          <a:xfrm>
            <a:off x="372019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D03BC74-2D63-8F6B-206A-8D068C8D28C3}"/>
              </a:ext>
            </a:extLst>
          </p:cNvPr>
          <p:cNvSpPr/>
          <p:nvPr/>
        </p:nvSpPr>
        <p:spPr>
          <a:xfrm>
            <a:off x="434068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540510-30BF-48C9-C0AE-3C1C39FAE830}"/>
              </a:ext>
            </a:extLst>
          </p:cNvPr>
          <p:cNvSpPr/>
          <p:nvPr/>
        </p:nvSpPr>
        <p:spPr>
          <a:xfrm>
            <a:off x="2430230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DAC0CF-971A-9874-F79B-5BD84C83F047}"/>
              </a:ext>
            </a:extLst>
          </p:cNvPr>
          <p:cNvSpPr/>
          <p:nvPr/>
        </p:nvSpPr>
        <p:spPr>
          <a:xfrm>
            <a:off x="308337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956F45-D5D2-E688-1BB5-0C530B4BC5E1}"/>
              </a:ext>
            </a:extLst>
          </p:cNvPr>
          <p:cNvSpPr/>
          <p:nvPr/>
        </p:nvSpPr>
        <p:spPr>
          <a:xfrm>
            <a:off x="3741964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0A4040-D92B-ADBC-495A-512E6BA71571}"/>
              </a:ext>
            </a:extLst>
          </p:cNvPr>
          <p:cNvSpPr/>
          <p:nvPr/>
        </p:nvSpPr>
        <p:spPr>
          <a:xfrm>
            <a:off x="4362453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B37123-B778-B47E-CBC1-8A80D0BC68F0}"/>
              </a:ext>
            </a:extLst>
          </p:cNvPr>
          <p:cNvSpPr/>
          <p:nvPr/>
        </p:nvSpPr>
        <p:spPr>
          <a:xfrm>
            <a:off x="4993828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C878C8-78ED-7FEF-3B6C-10B65EC71365}"/>
              </a:ext>
            </a:extLst>
          </p:cNvPr>
          <p:cNvSpPr/>
          <p:nvPr/>
        </p:nvSpPr>
        <p:spPr>
          <a:xfrm>
            <a:off x="561431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136907-DC13-0D21-7B68-1030CF455B95}"/>
              </a:ext>
            </a:extLst>
          </p:cNvPr>
          <p:cNvSpPr/>
          <p:nvPr/>
        </p:nvSpPr>
        <p:spPr>
          <a:xfrm>
            <a:off x="7802333" y="565682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BD39B8-FAA6-6410-3069-6C5AC2B1B69D}"/>
              </a:ext>
            </a:extLst>
          </p:cNvPr>
          <p:cNvSpPr/>
          <p:nvPr/>
        </p:nvSpPr>
        <p:spPr>
          <a:xfrm>
            <a:off x="8411936" y="565682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D71A51-342E-DA59-467B-36D17A8E23D1}"/>
              </a:ext>
            </a:extLst>
          </p:cNvPr>
          <p:cNvSpPr/>
          <p:nvPr/>
        </p:nvSpPr>
        <p:spPr>
          <a:xfrm>
            <a:off x="4993828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2578E71-BEA3-4333-AA2D-BA56460C1416}"/>
              </a:ext>
            </a:extLst>
          </p:cNvPr>
          <p:cNvSpPr/>
          <p:nvPr/>
        </p:nvSpPr>
        <p:spPr>
          <a:xfrm>
            <a:off x="561431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1E44E7-721F-D843-853A-9F1A1495008D}"/>
              </a:ext>
            </a:extLst>
          </p:cNvPr>
          <p:cNvSpPr/>
          <p:nvPr/>
        </p:nvSpPr>
        <p:spPr>
          <a:xfrm>
            <a:off x="7802333" y="464445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EDFBEE-E728-3968-2812-1D779A0F5C03}"/>
              </a:ext>
            </a:extLst>
          </p:cNvPr>
          <p:cNvSpPr/>
          <p:nvPr/>
        </p:nvSpPr>
        <p:spPr>
          <a:xfrm>
            <a:off x="8411936" y="4644452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881729-A1DA-82CF-F265-5FF9F11A2828}"/>
              </a:ext>
            </a:extLst>
          </p:cNvPr>
          <p:cNvSpPr/>
          <p:nvPr/>
        </p:nvSpPr>
        <p:spPr>
          <a:xfrm>
            <a:off x="4993828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8F6E4B-852A-7301-6B5F-7FEAB70D9050}"/>
              </a:ext>
            </a:extLst>
          </p:cNvPr>
          <p:cNvSpPr/>
          <p:nvPr/>
        </p:nvSpPr>
        <p:spPr>
          <a:xfrm>
            <a:off x="561431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00ABF5-3CD1-9D41-5127-FDE82E19E19E}"/>
              </a:ext>
            </a:extLst>
          </p:cNvPr>
          <p:cNvSpPr/>
          <p:nvPr/>
        </p:nvSpPr>
        <p:spPr>
          <a:xfrm>
            <a:off x="7802333" y="515063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2B85BC-0702-D5EC-DC2F-041BD0F5698F}"/>
              </a:ext>
            </a:extLst>
          </p:cNvPr>
          <p:cNvSpPr/>
          <p:nvPr/>
        </p:nvSpPr>
        <p:spPr>
          <a:xfrm>
            <a:off x="8411936" y="5150637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443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22878-4F9C-321D-DC95-F1FEA099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B4E3-5B02-9ED5-C192-F5D1070B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F595B-D576-F1FE-B030-7B03CC275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describe this in mathematics language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35E14F-9B3D-A63C-AE37-4945DA2349DA}"/>
              </a:ext>
            </a:extLst>
          </p:cNvPr>
          <p:cNvSpPr/>
          <p:nvPr/>
        </p:nvSpPr>
        <p:spPr>
          <a:xfrm>
            <a:off x="7717981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D9A944-F5B5-1A9F-CE04-6351851D3E51}"/>
              </a:ext>
            </a:extLst>
          </p:cNvPr>
          <p:cNvSpPr/>
          <p:nvPr/>
        </p:nvSpPr>
        <p:spPr>
          <a:xfrm>
            <a:off x="8409219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F61F4-EF34-72E1-569C-6A1A2CC2568E}"/>
              </a:ext>
            </a:extLst>
          </p:cNvPr>
          <p:cNvSpPr/>
          <p:nvPr/>
        </p:nvSpPr>
        <p:spPr>
          <a:xfrm>
            <a:off x="7717981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9E963-8F07-6AF6-6BFD-EA632BB9537D}"/>
              </a:ext>
            </a:extLst>
          </p:cNvPr>
          <p:cNvSpPr/>
          <p:nvPr/>
        </p:nvSpPr>
        <p:spPr>
          <a:xfrm>
            <a:off x="8409219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669D6-DE2F-E331-3640-1415023DF9E4}"/>
              </a:ext>
            </a:extLst>
          </p:cNvPr>
          <p:cNvSpPr/>
          <p:nvPr/>
        </p:nvSpPr>
        <p:spPr>
          <a:xfrm>
            <a:off x="7717981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D43B94-19DC-D0CC-61EC-66D90E60F693}"/>
              </a:ext>
            </a:extLst>
          </p:cNvPr>
          <p:cNvSpPr/>
          <p:nvPr/>
        </p:nvSpPr>
        <p:spPr>
          <a:xfrm>
            <a:off x="8409219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1DD94-83C8-261D-02A0-8C1F465DE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2" t="7954" r="57983" b="63455"/>
          <a:stretch>
            <a:fillRect/>
          </a:stretch>
        </p:blipFill>
        <p:spPr>
          <a:xfrm>
            <a:off x="2762268" y="2482786"/>
            <a:ext cx="2764963" cy="18505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256A965-85C4-D42A-9B5C-50B992863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76" t="8459" r="5601" b="62950"/>
          <a:stretch>
            <a:fillRect/>
          </a:stretch>
        </p:blipFill>
        <p:spPr>
          <a:xfrm>
            <a:off x="6302819" y="2428357"/>
            <a:ext cx="4165448" cy="177352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D3C2025-D518-6272-A40B-0645A0114809}"/>
              </a:ext>
            </a:extLst>
          </p:cNvPr>
          <p:cNvSpPr/>
          <p:nvPr/>
        </p:nvSpPr>
        <p:spPr>
          <a:xfrm>
            <a:off x="2321377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74E8CE-89F7-16AE-4FC3-11D7BF8297EA}"/>
              </a:ext>
            </a:extLst>
          </p:cNvPr>
          <p:cNvSpPr/>
          <p:nvPr/>
        </p:nvSpPr>
        <p:spPr>
          <a:xfrm>
            <a:off x="2974524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9C5E05-A15F-4A3F-F4F3-327F25414B5C}"/>
              </a:ext>
            </a:extLst>
          </p:cNvPr>
          <p:cNvSpPr/>
          <p:nvPr/>
        </p:nvSpPr>
        <p:spPr>
          <a:xfrm>
            <a:off x="3633111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A24975-E00E-282A-2DBE-550886C58B43}"/>
              </a:ext>
            </a:extLst>
          </p:cNvPr>
          <p:cNvSpPr/>
          <p:nvPr/>
        </p:nvSpPr>
        <p:spPr>
          <a:xfrm>
            <a:off x="4253600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2AF5B0-CE80-650D-D2D9-5D833CF24A7A}"/>
              </a:ext>
            </a:extLst>
          </p:cNvPr>
          <p:cNvSpPr/>
          <p:nvPr/>
        </p:nvSpPr>
        <p:spPr>
          <a:xfrm>
            <a:off x="2321377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F45F41-14AB-8B61-A480-D591968BE8E2}"/>
              </a:ext>
            </a:extLst>
          </p:cNvPr>
          <p:cNvSpPr/>
          <p:nvPr/>
        </p:nvSpPr>
        <p:spPr>
          <a:xfrm>
            <a:off x="2985410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D91B7C-3C73-42A3-BED2-FA34F362F7FD}"/>
              </a:ext>
            </a:extLst>
          </p:cNvPr>
          <p:cNvSpPr/>
          <p:nvPr/>
        </p:nvSpPr>
        <p:spPr>
          <a:xfrm>
            <a:off x="3633111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13DF4D-4733-8F38-7DF0-3D0ABA5C24B7}"/>
              </a:ext>
            </a:extLst>
          </p:cNvPr>
          <p:cNvSpPr/>
          <p:nvPr/>
        </p:nvSpPr>
        <p:spPr>
          <a:xfrm>
            <a:off x="4253600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D436F6-0A78-474D-7831-D757EC86CCC7}"/>
              </a:ext>
            </a:extLst>
          </p:cNvPr>
          <p:cNvSpPr/>
          <p:nvPr/>
        </p:nvSpPr>
        <p:spPr>
          <a:xfrm>
            <a:off x="2343144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BF8A88-A454-34D4-EA53-C5A74ACD18AB}"/>
              </a:ext>
            </a:extLst>
          </p:cNvPr>
          <p:cNvSpPr/>
          <p:nvPr/>
        </p:nvSpPr>
        <p:spPr>
          <a:xfrm>
            <a:off x="2996291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592F0F-F705-C9B3-199C-0B165715DCC4}"/>
              </a:ext>
            </a:extLst>
          </p:cNvPr>
          <p:cNvSpPr/>
          <p:nvPr/>
        </p:nvSpPr>
        <p:spPr>
          <a:xfrm>
            <a:off x="3654878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8FAAE1-A4EB-B2C5-3079-60CE78D46EE7}"/>
              </a:ext>
            </a:extLst>
          </p:cNvPr>
          <p:cNvSpPr/>
          <p:nvPr/>
        </p:nvSpPr>
        <p:spPr>
          <a:xfrm>
            <a:off x="4275367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F41EEC-F411-AC06-9210-31B7E6D74C32}"/>
              </a:ext>
            </a:extLst>
          </p:cNvPr>
          <p:cNvSpPr/>
          <p:nvPr/>
        </p:nvSpPr>
        <p:spPr>
          <a:xfrm>
            <a:off x="4906742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D9EC4C-02DE-861F-C69D-A1F649FA7407}"/>
              </a:ext>
            </a:extLst>
          </p:cNvPr>
          <p:cNvSpPr/>
          <p:nvPr/>
        </p:nvSpPr>
        <p:spPr>
          <a:xfrm>
            <a:off x="5527231" y="569867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A1B337-6C59-2D44-B8B5-EA3636C77926}"/>
              </a:ext>
            </a:extLst>
          </p:cNvPr>
          <p:cNvSpPr/>
          <p:nvPr/>
        </p:nvSpPr>
        <p:spPr>
          <a:xfrm>
            <a:off x="7715247" y="5704115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C7095CE-A0CD-1B8A-78D9-E914B22BE5E9}"/>
              </a:ext>
            </a:extLst>
          </p:cNvPr>
          <p:cNvSpPr/>
          <p:nvPr/>
        </p:nvSpPr>
        <p:spPr>
          <a:xfrm>
            <a:off x="8324850" y="5704115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6AF1C2-1E54-B6F6-2E35-D5213D629830}"/>
              </a:ext>
            </a:extLst>
          </p:cNvPr>
          <p:cNvSpPr/>
          <p:nvPr/>
        </p:nvSpPr>
        <p:spPr>
          <a:xfrm>
            <a:off x="4906742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F3BA9A-F3A9-A827-C99A-24C4B50B5DF6}"/>
              </a:ext>
            </a:extLst>
          </p:cNvPr>
          <p:cNvSpPr/>
          <p:nvPr/>
        </p:nvSpPr>
        <p:spPr>
          <a:xfrm>
            <a:off x="5527231" y="4686301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E48DD4-4B4B-0AD8-32AD-908EAAD50934}"/>
              </a:ext>
            </a:extLst>
          </p:cNvPr>
          <p:cNvSpPr/>
          <p:nvPr/>
        </p:nvSpPr>
        <p:spPr>
          <a:xfrm>
            <a:off x="7715247" y="4691745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280578-683B-83B8-171A-229C4A3F8988}"/>
              </a:ext>
            </a:extLst>
          </p:cNvPr>
          <p:cNvSpPr/>
          <p:nvPr/>
        </p:nvSpPr>
        <p:spPr>
          <a:xfrm>
            <a:off x="8324850" y="4691745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B445C8-52A6-8501-E541-E37FDE6732A2}"/>
              </a:ext>
            </a:extLst>
          </p:cNvPr>
          <p:cNvSpPr/>
          <p:nvPr/>
        </p:nvSpPr>
        <p:spPr>
          <a:xfrm>
            <a:off x="4906742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14AA78-C3DD-CB67-A968-FFC106C1A33F}"/>
              </a:ext>
            </a:extLst>
          </p:cNvPr>
          <p:cNvSpPr/>
          <p:nvPr/>
        </p:nvSpPr>
        <p:spPr>
          <a:xfrm>
            <a:off x="5527231" y="5192486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77ED7A-628E-DBC0-C2B1-563B3E55808C}"/>
              </a:ext>
            </a:extLst>
          </p:cNvPr>
          <p:cNvSpPr/>
          <p:nvPr/>
        </p:nvSpPr>
        <p:spPr>
          <a:xfrm>
            <a:off x="7715247" y="5197930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947E76-8802-CD67-3A53-43BEC8C83783}"/>
              </a:ext>
            </a:extLst>
          </p:cNvPr>
          <p:cNvSpPr/>
          <p:nvPr/>
        </p:nvSpPr>
        <p:spPr>
          <a:xfrm>
            <a:off x="8324850" y="5197930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61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38EB-80E1-03AD-CDA6-30C5C7F7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C4A6-C624-6225-16AD-657C10D8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44E31-DFC2-692F-71FC-D9FC22095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describe this in mathematics language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ACE9E6-4C46-A467-8C29-0BCBEC19D7F2}"/>
              </a:ext>
            </a:extLst>
          </p:cNvPr>
          <p:cNvSpPr/>
          <p:nvPr/>
        </p:nvSpPr>
        <p:spPr>
          <a:xfrm>
            <a:off x="7717981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4F962-DBFC-7AAF-D292-C3677E484702}"/>
              </a:ext>
            </a:extLst>
          </p:cNvPr>
          <p:cNvSpPr/>
          <p:nvPr/>
        </p:nvSpPr>
        <p:spPr>
          <a:xfrm>
            <a:off x="8409219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8A7B2C-E9E2-3B9A-AF5A-EAE7DC1660B3}"/>
              </a:ext>
            </a:extLst>
          </p:cNvPr>
          <p:cNvSpPr/>
          <p:nvPr/>
        </p:nvSpPr>
        <p:spPr>
          <a:xfrm>
            <a:off x="7717981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C04C8-C88E-B3CB-1EB1-B0B463DA17DB}"/>
              </a:ext>
            </a:extLst>
          </p:cNvPr>
          <p:cNvSpPr/>
          <p:nvPr/>
        </p:nvSpPr>
        <p:spPr>
          <a:xfrm>
            <a:off x="8409219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A291DF-6C06-2836-508C-E889DE74069E}"/>
              </a:ext>
            </a:extLst>
          </p:cNvPr>
          <p:cNvSpPr/>
          <p:nvPr/>
        </p:nvSpPr>
        <p:spPr>
          <a:xfrm>
            <a:off x="7717981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23D4F6-D03E-402B-0EDA-81F13F631424}"/>
              </a:ext>
            </a:extLst>
          </p:cNvPr>
          <p:cNvSpPr/>
          <p:nvPr/>
        </p:nvSpPr>
        <p:spPr>
          <a:xfrm>
            <a:off x="8409219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AE85C-28FF-7A28-E960-496590B8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78" t="41639" r="23227" b="29770"/>
          <a:stretch>
            <a:fillRect/>
          </a:stretch>
        </p:blipFill>
        <p:spPr>
          <a:xfrm>
            <a:off x="3711207" y="2756807"/>
            <a:ext cx="4165448" cy="185057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7391531-C00A-6E8C-F9CA-2E0D4FB0D06D}"/>
              </a:ext>
            </a:extLst>
          </p:cNvPr>
          <p:cNvSpPr/>
          <p:nvPr/>
        </p:nvSpPr>
        <p:spPr>
          <a:xfrm>
            <a:off x="2408463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16E0B9-68BA-E9CF-EF91-8307A019D6A0}"/>
              </a:ext>
            </a:extLst>
          </p:cNvPr>
          <p:cNvSpPr/>
          <p:nvPr/>
        </p:nvSpPr>
        <p:spPr>
          <a:xfrm>
            <a:off x="3061610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3F6420-FE19-27C3-3DE8-A9687FDDC2D1}"/>
              </a:ext>
            </a:extLst>
          </p:cNvPr>
          <p:cNvSpPr/>
          <p:nvPr/>
        </p:nvSpPr>
        <p:spPr>
          <a:xfrm>
            <a:off x="372019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BEE3D9-8231-6D40-2362-36AE7089377D}"/>
              </a:ext>
            </a:extLst>
          </p:cNvPr>
          <p:cNvSpPr/>
          <p:nvPr/>
        </p:nvSpPr>
        <p:spPr>
          <a:xfrm>
            <a:off x="4340686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5BDD95-41FA-D7D3-5D8F-2DF877200E7E}"/>
              </a:ext>
            </a:extLst>
          </p:cNvPr>
          <p:cNvSpPr/>
          <p:nvPr/>
        </p:nvSpPr>
        <p:spPr>
          <a:xfrm>
            <a:off x="2408463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79F71A-F9DE-74CD-79EB-004010474ACA}"/>
              </a:ext>
            </a:extLst>
          </p:cNvPr>
          <p:cNvSpPr/>
          <p:nvPr/>
        </p:nvSpPr>
        <p:spPr>
          <a:xfrm>
            <a:off x="307249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B45128-1074-992F-4F82-885DCEC4F47F}"/>
              </a:ext>
            </a:extLst>
          </p:cNvPr>
          <p:cNvSpPr/>
          <p:nvPr/>
        </p:nvSpPr>
        <p:spPr>
          <a:xfrm>
            <a:off x="372019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744BA2-A51B-2536-4600-2B094099558E}"/>
              </a:ext>
            </a:extLst>
          </p:cNvPr>
          <p:cNvSpPr/>
          <p:nvPr/>
        </p:nvSpPr>
        <p:spPr>
          <a:xfrm>
            <a:off x="434068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A3EB23-20E7-C9DA-1368-54903077A8DA}"/>
              </a:ext>
            </a:extLst>
          </p:cNvPr>
          <p:cNvSpPr/>
          <p:nvPr/>
        </p:nvSpPr>
        <p:spPr>
          <a:xfrm>
            <a:off x="2430230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D55710-8FC6-D844-F627-5F4F5F9CAB5C}"/>
              </a:ext>
            </a:extLst>
          </p:cNvPr>
          <p:cNvSpPr/>
          <p:nvPr/>
        </p:nvSpPr>
        <p:spPr>
          <a:xfrm>
            <a:off x="308337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F62A80-B3CE-B95A-9A36-94E25D35D1CE}"/>
              </a:ext>
            </a:extLst>
          </p:cNvPr>
          <p:cNvSpPr/>
          <p:nvPr/>
        </p:nvSpPr>
        <p:spPr>
          <a:xfrm>
            <a:off x="3741964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7DD25A-4C80-5B0A-17C6-CBEAEDCF2087}"/>
              </a:ext>
            </a:extLst>
          </p:cNvPr>
          <p:cNvSpPr/>
          <p:nvPr/>
        </p:nvSpPr>
        <p:spPr>
          <a:xfrm>
            <a:off x="4362453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C4B65C-7B7A-28CB-A55A-C086C23C05CE}"/>
              </a:ext>
            </a:extLst>
          </p:cNvPr>
          <p:cNvSpPr/>
          <p:nvPr/>
        </p:nvSpPr>
        <p:spPr>
          <a:xfrm>
            <a:off x="4993828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5C40BB-EEF3-AB69-1B8C-B4127A8C3621}"/>
              </a:ext>
            </a:extLst>
          </p:cNvPr>
          <p:cNvSpPr/>
          <p:nvPr/>
        </p:nvSpPr>
        <p:spPr>
          <a:xfrm>
            <a:off x="561431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B29283-7D7C-EAAC-30FB-C8B52A7CEC3F}"/>
              </a:ext>
            </a:extLst>
          </p:cNvPr>
          <p:cNvSpPr/>
          <p:nvPr/>
        </p:nvSpPr>
        <p:spPr>
          <a:xfrm>
            <a:off x="4993828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172584-6F3C-FA68-0D74-2DDF17EE154E}"/>
              </a:ext>
            </a:extLst>
          </p:cNvPr>
          <p:cNvSpPr/>
          <p:nvPr/>
        </p:nvSpPr>
        <p:spPr>
          <a:xfrm>
            <a:off x="561431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EC9B0CD-3386-061B-4B44-85C008021259}"/>
              </a:ext>
            </a:extLst>
          </p:cNvPr>
          <p:cNvSpPr/>
          <p:nvPr/>
        </p:nvSpPr>
        <p:spPr>
          <a:xfrm>
            <a:off x="4993828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DE332-92F1-A2CD-49CD-63E8DB51E9E5}"/>
              </a:ext>
            </a:extLst>
          </p:cNvPr>
          <p:cNvSpPr/>
          <p:nvPr/>
        </p:nvSpPr>
        <p:spPr>
          <a:xfrm>
            <a:off x="561431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25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AA1C-FB9E-C0E2-15C3-FDC7013C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A99B-BCB5-579B-CE07-55344F53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6436F-6157-442C-F208-358D3647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describe this in mathematics language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10A8D2-265B-6C24-5173-FE380859DFCE}"/>
              </a:ext>
            </a:extLst>
          </p:cNvPr>
          <p:cNvSpPr/>
          <p:nvPr/>
        </p:nvSpPr>
        <p:spPr>
          <a:xfrm>
            <a:off x="7717981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66E1D3-54E3-15F3-F85A-DE16D7F91A59}"/>
              </a:ext>
            </a:extLst>
          </p:cNvPr>
          <p:cNvSpPr/>
          <p:nvPr/>
        </p:nvSpPr>
        <p:spPr>
          <a:xfrm>
            <a:off x="8409219" y="551905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66877-6B14-CE12-554A-F39F44B77579}"/>
              </a:ext>
            </a:extLst>
          </p:cNvPr>
          <p:cNvSpPr/>
          <p:nvPr/>
        </p:nvSpPr>
        <p:spPr>
          <a:xfrm>
            <a:off x="7717981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5F1BB6-D56C-4FEA-3B8F-9FA0ACF51AAB}"/>
              </a:ext>
            </a:extLst>
          </p:cNvPr>
          <p:cNvSpPr/>
          <p:nvPr/>
        </p:nvSpPr>
        <p:spPr>
          <a:xfrm>
            <a:off x="8409219" y="4506687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2745C3-7A89-1A78-966F-9F80EFE49932}"/>
              </a:ext>
            </a:extLst>
          </p:cNvPr>
          <p:cNvSpPr/>
          <p:nvPr/>
        </p:nvSpPr>
        <p:spPr>
          <a:xfrm>
            <a:off x="7717981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28AF1E-DAA3-9CF0-90CA-B45CA365DA49}"/>
              </a:ext>
            </a:extLst>
          </p:cNvPr>
          <p:cNvSpPr/>
          <p:nvPr/>
        </p:nvSpPr>
        <p:spPr>
          <a:xfrm>
            <a:off x="8409219" y="5012872"/>
            <a:ext cx="359228" cy="359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F680E-0A74-C516-EFDC-1E8C158A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7" t="70274" r="23038" b="1135"/>
          <a:stretch>
            <a:fillRect/>
          </a:stretch>
        </p:blipFill>
        <p:spPr>
          <a:xfrm>
            <a:off x="1930552" y="2597936"/>
            <a:ext cx="4165448" cy="18505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61593A6-D2A3-9D17-2174-67B5DA13E165}"/>
              </a:ext>
            </a:extLst>
          </p:cNvPr>
          <p:cNvSpPr/>
          <p:nvPr/>
        </p:nvSpPr>
        <p:spPr>
          <a:xfrm>
            <a:off x="2408463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CE26DA-0BDA-DE8F-A2FC-BDA84065A1DE}"/>
              </a:ext>
            </a:extLst>
          </p:cNvPr>
          <p:cNvSpPr/>
          <p:nvPr/>
        </p:nvSpPr>
        <p:spPr>
          <a:xfrm>
            <a:off x="3061610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A1CF63-B8C9-CBCE-0925-CA78DB11BDE7}"/>
              </a:ext>
            </a:extLst>
          </p:cNvPr>
          <p:cNvSpPr/>
          <p:nvPr/>
        </p:nvSpPr>
        <p:spPr>
          <a:xfrm>
            <a:off x="372019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3600FC-CCA8-FE5E-3BF0-474C0192C506}"/>
              </a:ext>
            </a:extLst>
          </p:cNvPr>
          <p:cNvSpPr/>
          <p:nvPr/>
        </p:nvSpPr>
        <p:spPr>
          <a:xfrm>
            <a:off x="4340686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DB495F-C4A8-BE82-AB65-A5C17058F963}"/>
              </a:ext>
            </a:extLst>
          </p:cNvPr>
          <p:cNvSpPr/>
          <p:nvPr/>
        </p:nvSpPr>
        <p:spPr>
          <a:xfrm>
            <a:off x="2408463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2D55AC-7667-E8DD-EFB7-A4A47574CDD7}"/>
              </a:ext>
            </a:extLst>
          </p:cNvPr>
          <p:cNvSpPr/>
          <p:nvPr/>
        </p:nvSpPr>
        <p:spPr>
          <a:xfrm>
            <a:off x="307249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6EC497-A6AA-4425-63EF-5460E3291DDD}"/>
              </a:ext>
            </a:extLst>
          </p:cNvPr>
          <p:cNvSpPr/>
          <p:nvPr/>
        </p:nvSpPr>
        <p:spPr>
          <a:xfrm>
            <a:off x="372019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1F573A-D5EA-37EF-EA89-EBCC8E4C5319}"/>
              </a:ext>
            </a:extLst>
          </p:cNvPr>
          <p:cNvSpPr/>
          <p:nvPr/>
        </p:nvSpPr>
        <p:spPr>
          <a:xfrm>
            <a:off x="4340686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77A490-ACAB-2546-011E-6BD971C0641C}"/>
              </a:ext>
            </a:extLst>
          </p:cNvPr>
          <p:cNvSpPr/>
          <p:nvPr/>
        </p:nvSpPr>
        <p:spPr>
          <a:xfrm>
            <a:off x="2430230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8B97D8-1A49-7E62-BB33-744A88B21E62}"/>
              </a:ext>
            </a:extLst>
          </p:cNvPr>
          <p:cNvSpPr/>
          <p:nvPr/>
        </p:nvSpPr>
        <p:spPr>
          <a:xfrm>
            <a:off x="308337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7494D3-0F86-8EBE-51E9-E281345B30A2}"/>
              </a:ext>
            </a:extLst>
          </p:cNvPr>
          <p:cNvSpPr/>
          <p:nvPr/>
        </p:nvSpPr>
        <p:spPr>
          <a:xfrm>
            <a:off x="3741964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99EB32-CB68-CF1F-A3C0-D2F6E74B0972}"/>
              </a:ext>
            </a:extLst>
          </p:cNvPr>
          <p:cNvSpPr/>
          <p:nvPr/>
        </p:nvSpPr>
        <p:spPr>
          <a:xfrm>
            <a:off x="4362453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868920-3248-93D6-FB63-38F38E389C38}"/>
              </a:ext>
            </a:extLst>
          </p:cNvPr>
          <p:cNvSpPr/>
          <p:nvPr/>
        </p:nvSpPr>
        <p:spPr>
          <a:xfrm>
            <a:off x="4993828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A35D3D-982E-CF07-69E7-F9331FF09F2A}"/>
              </a:ext>
            </a:extLst>
          </p:cNvPr>
          <p:cNvSpPr/>
          <p:nvPr/>
        </p:nvSpPr>
        <p:spPr>
          <a:xfrm>
            <a:off x="5614317" y="565137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205DA4-6044-C55D-E36B-619477D72955}"/>
              </a:ext>
            </a:extLst>
          </p:cNvPr>
          <p:cNvSpPr/>
          <p:nvPr/>
        </p:nvSpPr>
        <p:spPr>
          <a:xfrm>
            <a:off x="4993828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25A78E-7141-EA6B-D66C-02614A2EE76C}"/>
              </a:ext>
            </a:extLst>
          </p:cNvPr>
          <p:cNvSpPr/>
          <p:nvPr/>
        </p:nvSpPr>
        <p:spPr>
          <a:xfrm>
            <a:off x="5614317" y="4639008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1186AF-900C-5637-E326-AA1EBF770626}"/>
              </a:ext>
            </a:extLst>
          </p:cNvPr>
          <p:cNvSpPr/>
          <p:nvPr/>
        </p:nvSpPr>
        <p:spPr>
          <a:xfrm>
            <a:off x="4993828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9D1A0B-C696-A369-9F97-84D15CB66213}"/>
              </a:ext>
            </a:extLst>
          </p:cNvPr>
          <p:cNvSpPr/>
          <p:nvPr/>
        </p:nvSpPr>
        <p:spPr>
          <a:xfrm>
            <a:off x="5614317" y="5145193"/>
            <a:ext cx="359228" cy="3592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12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34FE-4309-4546-2794-960AA18E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3C728-2D37-B320-2A3F-7F08F27AD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5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 you notice here?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DEA11-F81A-4A4E-DBA8-505BEBA2B6A1}"/>
              </a:ext>
            </a:extLst>
          </p:cNvPr>
          <p:cNvSpPr/>
          <p:nvPr/>
        </p:nvSpPr>
        <p:spPr>
          <a:xfrm>
            <a:off x="2092777" y="3496008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296E8A-4390-A9C5-A947-6D018F33A6C7}"/>
              </a:ext>
            </a:extLst>
          </p:cNvPr>
          <p:cNvSpPr/>
          <p:nvPr/>
        </p:nvSpPr>
        <p:spPr>
          <a:xfrm>
            <a:off x="2887435" y="3496008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1A285-B0B8-3FEF-24AB-14D35F2BF1CF}"/>
              </a:ext>
            </a:extLst>
          </p:cNvPr>
          <p:cNvSpPr/>
          <p:nvPr/>
        </p:nvSpPr>
        <p:spPr>
          <a:xfrm>
            <a:off x="2092777" y="409472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C671F1-B6C1-9650-9FF8-6F0F4D8CEEA8}"/>
              </a:ext>
            </a:extLst>
          </p:cNvPr>
          <p:cNvSpPr/>
          <p:nvPr/>
        </p:nvSpPr>
        <p:spPr>
          <a:xfrm>
            <a:off x="2887435" y="409472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112AB5-26EC-1EEC-84D0-21CC62A99AE7}"/>
              </a:ext>
            </a:extLst>
          </p:cNvPr>
          <p:cNvSpPr/>
          <p:nvPr/>
        </p:nvSpPr>
        <p:spPr>
          <a:xfrm>
            <a:off x="2092777" y="469343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67556A-2B0E-2A34-9182-B57F97E32C77}"/>
              </a:ext>
            </a:extLst>
          </p:cNvPr>
          <p:cNvSpPr/>
          <p:nvPr/>
        </p:nvSpPr>
        <p:spPr>
          <a:xfrm>
            <a:off x="2887435" y="469343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E465C-1473-440C-EC78-3D8C7917C271}"/>
              </a:ext>
            </a:extLst>
          </p:cNvPr>
          <p:cNvSpPr/>
          <p:nvPr/>
        </p:nvSpPr>
        <p:spPr>
          <a:xfrm>
            <a:off x="2092777" y="294253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F571D-C6D9-680A-E775-F3DCAFB1086A}"/>
              </a:ext>
            </a:extLst>
          </p:cNvPr>
          <p:cNvSpPr/>
          <p:nvPr/>
        </p:nvSpPr>
        <p:spPr>
          <a:xfrm>
            <a:off x="2887435" y="294253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38980E-3A8E-3020-807E-B5275628C5BE}"/>
              </a:ext>
            </a:extLst>
          </p:cNvPr>
          <p:cNvSpPr/>
          <p:nvPr/>
        </p:nvSpPr>
        <p:spPr>
          <a:xfrm>
            <a:off x="6545034" y="3215593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989E20-7993-CE00-0ADD-6CFAA5202634}"/>
              </a:ext>
            </a:extLst>
          </p:cNvPr>
          <p:cNvSpPr/>
          <p:nvPr/>
        </p:nvSpPr>
        <p:spPr>
          <a:xfrm>
            <a:off x="7339692" y="3215593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DE78EA-8BAA-0A4E-8D2A-56D1FF9BA6D0}"/>
              </a:ext>
            </a:extLst>
          </p:cNvPr>
          <p:cNvSpPr/>
          <p:nvPr/>
        </p:nvSpPr>
        <p:spPr>
          <a:xfrm>
            <a:off x="6545034" y="3814307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680DFB-F1AE-DE21-874A-3DA30244A916}"/>
              </a:ext>
            </a:extLst>
          </p:cNvPr>
          <p:cNvSpPr/>
          <p:nvPr/>
        </p:nvSpPr>
        <p:spPr>
          <a:xfrm>
            <a:off x="7339692" y="3814307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776B19-E28E-2200-688D-CDF284E65BC5}"/>
              </a:ext>
            </a:extLst>
          </p:cNvPr>
          <p:cNvSpPr/>
          <p:nvPr/>
        </p:nvSpPr>
        <p:spPr>
          <a:xfrm>
            <a:off x="6545034" y="4413021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7C69ED-AE3A-7494-1625-EDEDA0B11814}"/>
              </a:ext>
            </a:extLst>
          </p:cNvPr>
          <p:cNvSpPr/>
          <p:nvPr/>
        </p:nvSpPr>
        <p:spPr>
          <a:xfrm>
            <a:off x="7339692" y="4413021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505DAC-EEAA-80D9-2CC9-6A5C460B223F}"/>
              </a:ext>
            </a:extLst>
          </p:cNvPr>
          <p:cNvSpPr/>
          <p:nvPr/>
        </p:nvSpPr>
        <p:spPr>
          <a:xfrm>
            <a:off x="6545034" y="2662115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3F016-68ED-C69C-7771-F541F9899397}"/>
              </a:ext>
            </a:extLst>
          </p:cNvPr>
          <p:cNvSpPr/>
          <p:nvPr/>
        </p:nvSpPr>
        <p:spPr>
          <a:xfrm>
            <a:off x="7339692" y="2662115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73508E-7733-1D66-599D-DBA6CB8D74CA}"/>
              </a:ext>
            </a:extLst>
          </p:cNvPr>
          <p:cNvSpPr/>
          <p:nvPr/>
        </p:nvSpPr>
        <p:spPr>
          <a:xfrm>
            <a:off x="6558640" y="5011735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8C6021-3485-4B35-BC88-0E3A11A8626C}"/>
              </a:ext>
            </a:extLst>
          </p:cNvPr>
          <p:cNvSpPr/>
          <p:nvPr/>
        </p:nvSpPr>
        <p:spPr>
          <a:xfrm>
            <a:off x="7353298" y="5011735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20936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4385-EAB6-2949-3C1C-EC5162F7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F3F4-7207-CFC5-F9CD-A581A1C9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F8B2-DFFA-3CFE-F6F9-E56C292D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5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does this relate?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7DA89-2B63-313C-1DD6-8A8FAA1E7328}"/>
              </a:ext>
            </a:extLst>
          </p:cNvPr>
          <p:cNvSpPr/>
          <p:nvPr/>
        </p:nvSpPr>
        <p:spPr>
          <a:xfrm>
            <a:off x="2321377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72555-CE80-0038-5F3B-C2C090409ECC}"/>
              </a:ext>
            </a:extLst>
          </p:cNvPr>
          <p:cNvSpPr/>
          <p:nvPr/>
        </p:nvSpPr>
        <p:spPr>
          <a:xfrm>
            <a:off x="3116035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F8065-394C-0D48-DC86-DFEB1A010961}"/>
              </a:ext>
            </a:extLst>
          </p:cNvPr>
          <p:cNvSpPr/>
          <p:nvPr/>
        </p:nvSpPr>
        <p:spPr>
          <a:xfrm>
            <a:off x="2321377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A1A28-8F19-CF84-E0DD-FF4B0C6A0623}"/>
              </a:ext>
            </a:extLst>
          </p:cNvPr>
          <p:cNvSpPr/>
          <p:nvPr/>
        </p:nvSpPr>
        <p:spPr>
          <a:xfrm>
            <a:off x="3116035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D3C00F-77E9-DFB7-B05A-4FC57A257F69}"/>
              </a:ext>
            </a:extLst>
          </p:cNvPr>
          <p:cNvSpPr/>
          <p:nvPr/>
        </p:nvSpPr>
        <p:spPr>
          <a:xfrm>
            <a:off x="2321377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742FDC-F50A-5180-18E9-EFF204BE9BD0}"/>
              </a:ext>
            </a:extLst>
          </p:cNvPr>
          <p:cNvSpPr/>
          <p:nvPr/>
        </p:nvSpPr>
        <p:spPr>
          <a:xfrm>
            <a:off x="3116035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E2A70-3BEA-8AD1-5968-94AFEFCD0A62}"/>
              </a:ext>
            </a:extLst>
          </p:cNvPr>
          <p:cNvSpPr/>
          <p:nvPr/>
        </p:nvSpPr>
        <p:spPr>
          <a:xfrm>
            <a:off x="2321377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70D049-733B-8538-AF71-5C2FF92AC4F6}"/>
              </a:ext>
            </a:extLst>
          </p:cNvPr>
          <p:cNvSpPr/>
          <p:nvPr/>
        </p:nvSpPr>
        <p:spPr>
          <a:xfrm>
            <a:off x="3116035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07917-5D05-D337-1CA5-F40A2126A763}"/>
              </a:ext>
            </a:extLst>
          </p:cNvPr>
          <p:cNvSpPr/>
          <p:nvPr/>
        </p:nvSpPr>
        <p:spPr>
          <a:xfrm>
            <a:off x="6773634" y="4489447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D48596-9CCB-6409-D003-7C339620DBB2}"/>
              </a:ext>
            </a:extLst>
          </p:cNvPr>
          <p:cNvSpPr/>
          <p:nvPr/>
        </p:nvSpPr>
        <p:spPr>
          <a:xfrm>
            <a:off x="7568292" y="4489447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13430-6AAD-A168-EADC-ACF278CA0CAE}"/>
              </a:ext>
            </a:extLst>
          </p:cNvPr>
          <p:cNvSpPr/>
          <p:nvPr/>
        </p:nvSpPr>
        <p:spPr>
          <a:xfrm>
            <a:off x="6773634" y="5088161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4064FD-3F1F-B781-FB45-46059BB2B9E9}"/>
              </a:ext>
            </a:extLst>
          </p:cNvPr>
          <p:cNvSpPr/>
          <p:nvPr/>
        </p:nvSpPr>
        <p:spPr>
          <a:xfrm>
            <a:off x="7568292" y="5088161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18AA72-25C0-249D-3E4C-595FEA1D9207}"/>
              </a:ext>
            </a:extLst>
          </p:cNvPr>
          <p:cNvSpPr/>
          <p:nvPr/>
        </p:nvSpPr>
        <p:spPr>
          <a:xfrm>
            <a:off x="6773634" y="5686875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0F3CB5-20B6-9A7D-FA4B-EE56F4577EE2}"/>
              </a:ext>
            </a:extLst>
          </p:cNvPr>
          <p:cNvSpPr/>
          <p:nvPr/>
        </p:nvSpPr>
        <p:spPr>
          <a:xfrm>
            <a:off x="7568292" y="5686875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A653FF-388C-E2A6-A21D-2FCA22A7D851}"/>
              </a:ext>
            </a:extLst>
          </p:cNvPr>
          <p:cNvSpPr/>
          <p:nvPr/>
        </p:nvSpPr>
        <p:spPr>
          <a:xfrm>
            <a:off x="6773634" y="3935969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AD51C7-8B54-F1A5-3469-4D1BC08AC79F}"/>
              </a:ext>
            </a:extLst>
          </p:cNvPr>
          <p:cNvSpPr/>
          <p:nvPr/>
        </p:nvSpPr>
        <p:spPr>
          <a:xfrm>
            <a:off x="7568292" y="3935969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CFA9F0-ADCC-240F-0048-62D954F057ED}"/>
              </a:ext>
            </a:extLst>
          </p:cNvPr>
          <p:cNvSpPr/>
          <p:nvPr/>
        </p:nvSpPr>
        <p:spPr>
          <a:xfrm>
            <a:off x="6787240" y="6285589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37233-425D-E3A9-105A-0ADD450EB19F}"/>
              </a:ext>
            </a:extLst>
          </p:cNvPr>
          <p:cNvSpPr/>
          <p:nvPr/>
        </p:nvSpPr>
        <p:spPr>
          <a:xfrm>
            <a:off x="7581898" y="6285589"/>
            <a:ext cx="359228" cy="359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301380-9A39-EF7B-AB9F-3BB05A67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7" b="68793"/>
          <a:stretch>
            <a:fillRect/>
          </a:stretch>
        </p:blipFill>
        <p:spPr>
          <a:xfrm>
            <a:off x="2231571" y="2309366"/>
            <a:ext cx="6193201" cy="13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6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E2C8-9933-96EC-219C-ADD160A3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9D54-F0FB-A690-9215-91727EDA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F0C1F-4FCF-FDCD-5F16-0F9D5C05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5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And now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99051-164F-CF08-39F4-0562BCC17406}"/>
              </a:ext>
            </a:extLst>
          </p:cNvPr>
          <p:cNvSpPr/>
          <p:nvPr/>
        </p:nvSpPr>
        <p:spPr>
          <a:xfrm>
            <a:off x="2321377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D0A87-0535-38EF-65B9-2245245CEA8C}"/>
              </a:ext>
            </a:extLst>
          </p:cNvPr>
          <p:cNvSpPr/>
          <p:nvPr/>
        </p:nvSpPr>
        <p:spPr>
          <a:xfrm>
            <a:off x="3116035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E3529-AB32-56A2-E649-4F0FE6E8A8F4}"/>
              </a:ext>
            </a:extLst>
          </p:cNvPr>
          <p:cNvSpPr/>
          <p:nvPr/>
        </p:nvSpPr>
        <p:spPr>
          <a:xfrm>
            <a:off x="2321377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B0B5F6-BD71-3693-8456-AE6A85F0B150}"/>
              </a:ext>
            </a:extLst>
          </p:cNvPr>
          <p:cNvSpPr/>
          <p:nvPr/>
        </p:nvSpPr>
        <p:spPr>
          <a:xfrm>
            <a:off x="3116035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85DDB-7143-D2D7-9B89-AAE089F2F838}"/>
              </a:ext>
            </a:extLst>
          </p:cNvPr>
          <p:cNvSpPr/>
          <p:nvPr/>
        </p:nvSpPr>
        <p:spPr>
          <a:xfrm>
            <a:off x="2321377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ED9732-8EF8-6F3C-2F17-30A173C7B8BA}"/>
              </a:ext>
            </a:extLst>
          </p:cNvPr>
          <p:cNvSpPr/>
          <p:nvPr/>
        </p:nvSpPr>
        <p:spPr>
          <a:xfrm>
            <a:off x="3116035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DEEB14-A7B4-B167-9607-2CAE6E935921}"/>
              </a:ext>
            </a:extLst>
          </p:cNvPr>
          <p:cNvSpPr/>
          <p:nvPr/>
        </p:nvSpPr>
        <p:spPr>
          <a:xfrm>
            <a:off x="2321377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83743-941E-0666-2F75-800CF32E54CD}"/>
              </a:ext>
            </a:extLst>
          </p:cNvPr>
          <p:cNvSpPr/>
          <p:nvPr/>
        </p:nvSpPr>
        <p:spPr>
          <a:xfrm>
            <a:off x="3116035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90F98-60C9-C15B-90B8-F9FECE4F3A63}"/>
              </a:ext>
            </a:extLst>
          </p:cNvPr>
          <p:cNvSpPr/>
          <p:nvPr/>
        </p:nvSpPr>
        <p:spPr>
          <a:xfrm>
            <a:off x="6773634" y="4489447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7A26C-897A-67B8-F8A9-1583E4A52BF3}"/>
              </a:ext>
            </a:extLst>
          </p:cNvPr>
          <p:cNvSpPr/>
          <p:nvPr/>
        </p:nvSpPr>
        <p:spPr>
          <a:xfrm>
            <a:off x="7568292" y="4489447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E92FE7-E541-0BBB-841D-3C8B2E560957}"/>
              </a:ext>
            </a:extLst>
          </p:cNvPr>
          <p:cNvSpPr/>
          <p:nvPr/>
        </p:nvSpPr>
        <p:spPr>
          <a:xfrm>
            <a:off x="6773634" y="5088161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ABCCD8-7034-1F45-2C15-7370C684BBF1}"/>
              </a:ext>
            </a:extLst>
          </p:cNvPr>
          <p:cNvSpPr/>
          <p:nvPr/>
        </p:nvSpPr>
        <p:spPr>
          <a:xfrm>
            <a:off x="7568292" y="5088161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B0AB7-9CCB-8E7B-409F-58B356778FD9}"/>
              </a:ext>
            </a:extLst>
          </p:cNvPr>
          <p:cNvSpPr/>
          <p:nvPr/>
        </p:nvSpPr>
        <p:spPr>
          <a:xfrm>
            <a:off x="6773634" y="5686875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DE6112-9059-E12A-249C-79BEEA5FB3AF}"/>
              </a:ext>
            </a:extLst>
          </p:cNvPr>
          <p:cNvSpPr/>
          <p:nvPr/>
        </p:nvSpPr>
        <p:spPr>
          <a:xfrm>
            <a:off x="7568292" y="5686875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920BEB-93BC-8CFF-CB4A-E1C9F99BE39E}"/>
              </a:ext>
            </a:extLst>
          </p:cNvPr>
          <p:cNvSpPr/>
          <p:nvPr/>
        </p:nvSpPr>
        <p:spPr>
          <a:xfrm>
            <a:off x="6773634" y="3935969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F6A34E-A1EF-F867-D273-12E555057628}"/>
              </a:ext>
            </a:extLst>
          </p:cNvPr>
          <p:cNvSpPr/>
          <p:nvPr/>
        </p:nvSpPr>
        <p:spPr>
          <a:xfrm>
            <a:off x="7568292" y="3935969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41E3B7-7AA6-A1CF-BAB2-D7D0D3EFBFE8}"/>
              </a:ext>
            </a:extLst>
          </p:cNvPr>
          <p:cNvSpPr/>
          <p:nvPr/>
        </p:nvSpPr>
        <p:spPr>
          <a:xfrm>
            <a:off x="6787240" y="6285589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C0B4B1-FA0A-B6D7-D5DC-E5D514EF719B}"/>
              </a:ext>
            </a:extLst>
          </p:cNvPr>
          <p:cNvSpPr/>
          <p:nvPr/>
        </p:nvSpPr>
        <p:spPr>
          <a:xfrm>
            <a:off x="7581898" y="6285589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8BD60C-DE72-64FD-1BA6-66CCAC99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7" b="68793"/>
          <a:stretch>
            <a:fillRect/>
          </a:stretch>
        </p:blipFill>
        <p:spPr>
          <a:xfrm>
            <a:off x="2231571" y="2309366"/>
            <a:ext cx="6193201" cy="13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47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6C7B-B1A6-CE51-7B0D-22921D00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AD2C-15B9-7A9E-40F4-74E44B70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E204-A986-3274-E9A1-B2A97F1EA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5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is 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7C58C5-2EF8-263F-0247-045944F9A7AF}"/>
              </a:ext>
            </a:extLst>
          </p:cNvPr>
          <p:cNvSpPr/>
          <p:nvPr/>
        </p:nvSpPr>
        <p:spPr>
          <a:xfrm>
            <a:off x="2321377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C508B-9EA6-9C54-3C7D-46C05BC36C23}"/>
              </a:ext>
            </a:extLst>
          </p:cNvPr>
          <p:cNvSpPr/>
          <p:nvPr/>
        </p:nvSpPr>
        <p:spPr>
          <a:xfrm>
            <a:off x="3116035" y="476986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EDD40-DA26-B993-E20A-EC1A35999DCE}"/>
              </a:ext>
            </a:extLst>
          </p:cNvPr>
          <p:cNvSpPr/>
          <p:nvPr/>
        </p:nvSpPr>
        <p:spPr>
          <a:xfrm>
            <a:off x="2321377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632443-8A08-63C7-01E5-B0376B3750EA}"/>
              </a:ext>
            </a:extLst>
          </p:cNvPr>
          <p:cNvSpPr/>
          <p:nvPr/>
        </p:nvSpPr>
        <p:spPr>
          <a:xfrm>
            <a:off x="3116035" y="53685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EA9DF9-18A2-F2C4-3EB3-614D01048782}"/>
              </a:ext>
            </a:extLst>
          </p:cNvPr>
          <p:cNvSpPr/>
          <p:nvPr/>
        </p:nvSpPr>
        <p:spPr>
          <a:xfrm>
            <a:off x="2321377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6A448-6654-2D98-2725-AAC114042183}"/>
              </a:ext>
            </a:extLst>
          </p:cNvPr>
          <p:cNvSpPr/>
          <p:nvPr/>
        </p:nvSpPr>
        <p:spPr>
          <a:xfrm>
            <a:off x="3116035" y="59672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3006C7-69DC-A8D6-467A-6FDC38FE07E8}"/>
              </a:ext>
            </a:extLst>
          </p:cNvPr>
          <p:cNvSpPr/>
          <p:nvPr/>
        </p:nvSpPr>
        <p:spPr>
          <a:xfrm>
            <a:off x="2321377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2832A4-8CC9-8CA5-BB7B-441C4379D49D}"/>
              </a:ext>
            </a:extLst>
          </p:cNvPr>
          <p:cNvSpPr/>
          <p:nvPr/>
        </p:nvSpPr>
        <p:spPr>
          <a:xfrm>
            <a:off x="3116035" y="4216384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1D4C24-44D6-9243-2925-FBABE6E1840D}"/>
              </a:ext>
            </a:extLst>
          </p:cNvPr>
          <p:cNvSpPr/>
          <p:nvPr/>
        </p:nvSpPr>
        <p:spPr>
          <a:xfrm>
            <a:off x="7161442" y="4275831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1B5726-B0BA-E774-9034-978380F9D0E0}"/>
              </a:ext>
            </a:extLst>
          </p:cNvPr>
          <p:cNvSpPr/>
          <p:nvPr/>
        </p:nvSpPr>
        <p:spPr>
          <a:xfrm>
            <a:off x="6681109" y="494947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CF0DDA-29D7-0B0C-A2B0-9D47578C58CE}"/>
              </a:ext>
            </a:extLst>
          </p:cNvPr>
          <p:cNvSpPr/>
          <p:nvPr/>
        </p:nvSpPr>
        <p:spPr>
          <a:xfrm>
            <a:off x="6169483" y="5558165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A0249E-9404-A509-0A61-55178202E32B}"/>
              </a:ext>
            </a:extLst>
          </p:cNvPr>
          <p:cNvSpPr/>
          <p:nvPr/>
        </p:nvSpPr>
        <p:spPr>
          <a:xfrm>
            <a:off x="6090560" y="4263539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2ED179-22E8-B30B-8500-327019E585AD}"/>
              </a:ext>
            </a:extLst>
          </p:cNvPr>
          <p:cNvSpPr/>
          <p:nvPr/>
        </p:nvSpPr>
        <p:spPr>
          <a:xfrm>
            <a:off x="7222670" y="5548190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FBBD36-E425-5A7E-B35F-CA533539D8BD}"/>
              </a:ext>
            </a:extLst>
          </p:cNvPr>
          <p:cNvSpPr/>
          <p:nvPr/>
        </p:nvSpPr>
        <p:spPr>
          <a:xfrm>
            <a:off x="7581898" y="6285589"/>
            <a:ext cx="359228" cy="3592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57EA61-004F-226B-B2F8-7C24B6C7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" t="44360" r="-176" b="31540"/>
          <a:stretch>
            <a:fillRect/>
          </a:stretch>
        </p:blipFill>
        <p:spPr>
          <a:xfrm>
            <a:off x="2321377" y="2410681"/>
            <a:ext cx="6193201" cy="13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43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4C9E-D5A2-CA6D-E06D-D9227BC7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7175-E757-66E6-EAD1-3B809A99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E5BD-9CFA-D3E0-6B19-5846DF5F7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54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And 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10793-0B1F-474B-B8A9-1A22E8DD5E23}"/>
              </a:ext>
            </a:extLst>
          </p:cNvPr>
          <p:cNvSpPr/>
          <p:nvPr/>
        </p:nvSpPr>
        <p:spPr>
          <a:xfrm>
            <a:off x="4343400" y="446231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4EFA0-DE37-2B8F-4CCA-5DAF65A245D2}"/>
              </a:ext>
            </a:extLst>
          </p:cNvPr>
          <p:cNvSpPr/>
          <p:nvPr/>
        </p:nvSpPr>
        <p:spPr>
          <a:xfrm>
            <a:off x="5138058" y="446231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2DBF5-E651-0760-BC9A-F98F2FCABFCB}"/>
              </a:ext>
            </a:extLst>
          </p:cNvPr>
          <p:cNvSpPr/>
          <p:nvPr/>
        </p:nvSpPr>
        <p:spPr>
          <a:xfrm>
            <a:off x="2735035" y="518090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159E73-6230-D49D-EDF1-2ACB93A2AC34}"/>
              </a:ext>
            </a:extLst>
          </p:cNvPr>
          <p:cNvSpPr/>
          <p:nvPr/>
        </p:nvSpPr>
        <p:spPr>
          <a:xfrm>
            <a:off x="3529693" y="518090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9830E-6EEF-3CD8-6941-F22EE63B1F3E}"/>
              </a:ext>
            </a:extLst>
          </p:cNvPr>
          <p:cNvSpPr/>
          <p:nvPr/>
        </p:nvSpPr>
        <p:spPr>
          <a:xfrm>
            <a:off x="4343400" y="518090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1654B-D2A9-FA2D-A7F7-19F07030C86F}"/>
              </a:ext>
            </a:extLst>
          </p:cNvPr>
          <p:cNvSpPr/>
          <p:nvPr/>
        </p:nvSpPr>
        <p:spPr>
          <a:xfrm>
            <a:off x="5138058" y="518090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C7C89-FFD9-E9E2-3E2A-BB434E18EC7F}"/>
              </a:ext>
            </a:extLst>
          </p:cNvPr>
          <p:cNvSpPr/>
          <p:nvPr/>
        </p:nvSpPr>
        <p:spPr>
          <a:xfrm>
            <a:off x="2735035" y="4429567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55087-397B-A087-5BFF-3877B2834B74}"/>
              </a:ext>
            </a:extLst>
          </p:cNvPr>
          <p:cNvSpPr/>
          <p:nvPr/>
        </p:nvSpPr>
        <p:spPr>
          <a:xfrm>
            <a:off x="3529693" y="4429567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C3ED22-1873-A1B0-85AF-26183D7DD21C}"/>
              </a:ext>
            </a:extLst>
          </p:cNvPr>
          <p:cNvSpPr/>
          <p:nvPr/>
        </p:nvSpPr>
        <p:spPr>
          <a:xfrm>
            <a:off x="6712234" y="446231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3A26B-D603-BAC8-C3F1-F2D3E512029E}"/>
              </a:ext>
            </a:extLst>
          </p:cNvPr>
          <p:cNvSpPr/>
          <p:nvPr/>
        </p:nvSpPr>
        <p:spPr>
          <a:xfrm>
            <a:off x="7627392" y="4831653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2DC447-E738-CBB4-40F5-23FFAF4596BE}"/>
              </a:ext>
            </a:extLst>
          </p:cNvPr>
          <p:cNvSpPr/>
          <p:nvPr/>
        </p:nvSpPr>
        <p:spPr>
          <a:xfrm>
            <a:off x="5907456" y="5190881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DE5FB1-C31C-5F89-55C9-1CFB2B838110}"/>
              </a:ext>
            </a:extLst>
          </p:cNvPr>
          <p:cNvSpPr/>
          <p:nvPr/>
        </p:nvSpPr>
        <p:spPr>
          <a:xfrm>
            <a:off x="5907456" y="4462312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43060D-53EA-3300-CEA1-2E36E49EED17}"/>
              </a:ext>
            </a:extLst>
          </p:cNvPr>
          <p:cNvSpPr/>
          <p:nvPr/>
        </p:nvSpPr>
        <p:spPr>
          <a:xfrm>
            <a:off x="6676854" y="5180906"/>
            <a:ext cx="359228" cy="35922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2BFCE-0DFF-38E5-C889-5FEE25E59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907" b="2993"/>
          <a:stretch>
            <a:fillRect/>
          </a:stretch>
        </p:blipFill>
        <p:spPr>
          <a:xfrm>
            <a:off x="2321377" y="2410681"/>
            <a:ext cx="6193201" cy="13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05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7417-A2BE-AD63-7CD0-8996E4DB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898E-4C8F-AAF6-74C1-9B127490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890938"/>
            <a:ext cx="2068286" cy="3660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Visualise these to answer these using the correct order of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D0DD0-BCA9-6EEF-DE24-D046E2E26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1" y="1044290"/>
            <a:ext cx="7772400" cy="535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9127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57F6-49DC-4F69-3D33-C0EBFF68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your eyes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6F84-94C9-70CF-9704-024D157EE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14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Describe what you see in your imagination when I say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D541B-7810-378F-FC90-0BD6357F2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0" y="2971800"/>
            <a:ext cx="7404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22004"/>
      </p:ext>
    </p:ext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2ED1-D832-320E-8175-BDF94540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A6E5DA-666F-EC26-A42B-C815ACCE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68" y="2033174"/>
            <a:ext cx="4680704" cy="4781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67F4E-7410-5CB5-A216-AD33A48A054B}"/>
              </a:ext>
            </a:extLst>
          </p:cNvPr>
          <p:cNvSpPr txBox="1"/>
          <p:nvPr/>
        </p:nvSpPr>
        <p:spPr>
          <a:xfrm>
            <a:off x="1720584" y="1479176"/>
            <a:ext cx="16273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Option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FC361-2168-0842-C2D9-931F29161151}"/>
              </a:ext>
            </a:extLst>
          </p:cNvPr>
          <p:cNvSpPr txBox="1"/>
          <p:nvPr/>
        </p:nvSpPr>
        <p:spPr>
          <a:xfrm>
            <a:off x="7685956" y="1479176"/>
            <a:ext cx="16337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Option 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D876B4-DD82-35E2-076A-072BD5ABC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299" y="2105666"/>
            <a:ext cx="4753892" cy="4708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C08D56-CD26-5C51-E3E5-54332DDC6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0" y="287777"/>
            <a:ext cx="7404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61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D1D4-BBDC-516B-4EAD-5A2D6708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brings us to these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5B2DE-B146-E09E-BE69-25DA9996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5285"/>
            <a:ext cx="7772400" cy="42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4393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476B-CB8E-808B-ED54-5CA5E91A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582C-A5FD-7DB3-BB04-32E85D1B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brings us to these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6495C-34CD-3DDB-EC73-69FCC9B5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5285"/>
            <a:ext cx="7772400" cy="428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0544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B822-4DA4-AB7C-B52A-70874CD2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6589"/>
          </a:xfrm>
        </p:spPr>
        <p:txBody>
          <a:bodyPr>
            <a:normAutofit/>
          </a:bodyPr>
          <a:lstStyle/>
          <a:p>
            <a:r>
              <a:rPr lang="en-US" dirty="0"/>
              <a:t>A shortcut to remember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1DBB4-6AD7-13BE-E304-2AF9F74C8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1608362"/>
            <a:ext cx="7851604" cy="4378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AF34F-6634-4E2C-1BB0-378DFCFDA63F}"/>
              </a:ext>
            </a:extLst>
          </p:cNvPr>
          <p:cNvSpPr txBox="1"/>
          <p:nvPr/>
        </p:nvSpPr>
        <p:spPr>
          <a:xfrm>
            <a:off x="774388" y="5819392"/>
            <a:ext cx="8805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If multiplication and division operations are together, just do them from left to right. These are our ‘boy with the telescope’ examples</a:t>
            </a:r>
          </a:p>
        </p:txBody>
      </p:sp>
    </p:spTree>
    <p:extLst>
      <p:ext uri="{BB962C8B-B14F-4D97-AF65-F5344CB8AC3E}">
        <p14:creationId xmlns:p14="http://schemas.microsoft.com/office/powerpoint/2010/main" val="2828034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8EF4-83FE-A025-AE02-ECD17C9E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031C-63DE-C99A-9431-48593C1D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6589"/>
          </a:xfrm>
        </p:spPr>
        <p:txBody>
          <a:bodyPr>
            <a:normAutofit/>
          </a:bodyPr>
          <a:lstStyle/>
          <a:p>
            <a:r>
              <a:rPr lang="en-US" dirty="0"/>
              <a:t>A shortcut to remember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71B72-EFE1-66BF-05DA-11736B51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870"/>
          <a:stretch>
            <a:fillRect/>
          </a:stretch>
        </p:blipFill>
        <p:spPr>
          <a:xfrm>
            <a:off x="631371" y="1608362"/>
            <a:ext cx="4328626" cy="4378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5F7FF1-561E-87DA-B214-7F8FFAFB5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56" y="1715511"/>
            <a:ext cx="6413189" cy="4254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BCEE66-7C7F-58BB-AE75-BEEC57D3661C}"/>
              </a:ext>
            </a:extLst>
          </p:cNvPr>
          <p:cNvSpPr txBox="1"/>
          <p:nvPr/>
        </p:nvSpPr>
        <p:spPr>
          <a:xfrm>
            <a:off x="774388" y="5819392"/>
            <a:ext cx="8805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</a:rPr>
              <a:t>If multiplication and division operations are together, just do them from left to right. These are our ‘boy with the telescope’ examples</a:t>
            </a:r>
          </a:p>
        </p:txBody>
      </p:sp>
    </p:spTree>
    <p:extLst>
      <p:ext uri="{BB962C8B-B14F-4D97-AF65-F5344CB8AC3E}">
        <p14:creationId xmlns:p14="http://schemas.microsoft.com/office/powerpoint/2010/main" val="1840294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20362-6E53-4F86-E303-AE1B3455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/>
              <a:t>Another resource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5AD3A-35BB-C9BF-3067-420163FE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0" r="24480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08C50-9358-ECF9-A58F-0C3C97F1296B}"/>
              </a:ext>
            </a:extLst>
          </p:cNvPr>
          <p:cNvSpPr txBox="1"/>
          <p:nvPr/>
        </p:nvSpPr>
        <p:spPr>
          <a:xfrm>
            <a:off x="6657715" y="2990818"/>
            <a:ext cx="4195673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https://millsmathstools.au/interactive-tools/stage-4/number/order-of-operations-in-words/index.html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</p:txBody>
      </p:sp>
      <p:sp>
        <p:nvSpPr>
          <p:cNvPr id="1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840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BEA6-E48E-EF5D-95DF-7C929FCA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CAF90-204A-05A2-57A4-55B992BA9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267857" cy="3530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Answer these on the slip of paper and hand in to 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EF489-BB0F-A265-90A4-2B344977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73000"/>
            <a:ext cx="7772400" cy="455167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33483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03dfd7-d93a-4381-a340-2995d8282205}" enabled="1" method="Standard" siteId="{05a0e69a-418a-47c1-9c25-9387261bf9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7306</TotalTime>
  <Words>283</Words>
  <Application>Microsoft Macintosh PowerPoint</Application>
  <PresentationFormat>Widescreen</PresentationFormat>
  <Paragraphs>59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Order of operations review</vt:lpstr>
      <vt:lpstr>How would you describe what you see?</vt:lpstr>
      <vt:lpstr>Maybe like this?</vt:lpstr>
      <vt:lpstr>Or this?</vt:lpstr>
      <vt:lpstr>Or even this??</vt:lpstr>
      <vt:lpstr>Example 2</vt:lpstr>
      <vt:lpstr>Example 2</vt:lpstr>
      <vt:lpstr>Example 2</vt:lpstr>
      <vt:lpstr>Example 2</vt:lpstr>
      <vt:lpstr>Example 2</vt:lpstr>
      <vt:lpstr>Example 3</vt:lpstr>
      <vt:lpstr>Example 3</vt:lpstr>
      <vt:lpstr>Example 3</vt:lpstr>
      <vt:lpstr>Example 3</vt:lpstr>
      <vt:lpstr>Example 3</vt:lpstr>
      <vt:lpstr>Example 3</vt:lpstr>
      <vt:lpstr>Example 3</vt:lpstr>
      <vt:lpstr>Example 3</vt:lpstr>
      <vt:lpstr>Example 4</vt:lpstr>
      <vt:lpstr>Example 4</vt:lpstr>
      <vt:lpstr>Example 4</vt:lpstr>
      <vt:lpstr>Example 4</vt:lpstr>
      <vt:lpstr>Example 4</vt:lpstr>
      <vt:lpstr>Your turn!</vt:lpstr>
      <vt:lpstr>Close your eyes</vt:lpstr>
      <vt:lpstr>PowerPoint Presentation</vt:lpstr>
      <vt:lpstr>Which brings us to these cases</vt:lpstr>
      <vt:lpstr>Which brings us to these cases</vt:lpstr>
      <vt:lpstr>A shortcut to remember</vt:lpstr>
      <vt:lpstr>A shortcut to remember</vt:lpstr>
      <vt:lpstr>Another resource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Mills (Jeff Mills)</dc:creator>
  <cp:lastModifiedBy>Jeff Mills (Jeff Mills)</cp:lastModifiedBy>
  <cp:revision>9</cp:revision>
  <dcterms:created xsi:type="dcterms:W3CDTF">2026-10-14T22:24:49Z</dcterms:created>
  <dcterms:modified xsi:type="dcterms:W3CDTF">2026-10-20T00:11:17Z</dcterms:modified>
</cp:coreProperties>
</file>